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73" r:id="rId2"/>
    <p:sldMasterId id="2147483687" r:id="rId3"/>
  </p:sldMasterIdLst>
  <p:notesMasterIdLst>
    <p:notesMasterId r:id="rId18"/>
  </p:notesMasterIdLst>
  <p:sldIdLst>
    <p:sldId id="259" r:id="rId4"/>
    <p:sldId id="368" r:id="rId5"/>
    <p:sldId id="369" r:id="rId6"/>
    <p:sldId id="356" r:id="rId7"/>
    <p:sldId id="280" r:id="rId8"/>
    <p:sldId id="521" r:id="rId9"/>
    <p:sldId id="442" r:id="rId10"/>
    <p:sldId id="505" r:id="rId11"/>
    <p:sldId id="485" r:id="rId12"/>
    <p:sldId id="524" r:id="rId13"/>
    <p:sldId id="522" r:id="rId14"/>
    <p:sldId id="357" r:id="rId15"/>
    <p:sldId id="290" r:id="rId16"/>
    <p:sldId id="289" r:id="rId17"/>
  </p:sldIdLst>
  <p:sldSz cx="18288000" cy="10287000"/>
  <p:notesSz cx="6858000" cy="9144000"/>
  <p:embeddedFontLst>
    <p:embeddedFont>
      <p:font typeface="Arial Nova" panose="020B0504020202020204" pitchFamily="34" charset="0"/>
      <p:regular r:id="rId19"/>
      <p:bold r:id="rId20"/>
      <p:italic r:id="rId21"/>
      <p:boldItalic r:id="rId22"/>
    </p:embeddedFont>
    <p:embeddedFont>
      <p:font typeface="Helvetica" panose="020B0604020202020204" pitchFamily="34" charset="0"/>
      <p:regular r:id="rId23"/>
      <p:bold r:id="rId24"/>
      <p:italic r:id="rId25"/>
      <p:boldItalic r:id="rId26"/>
    </p:embeddedFont>
    <p:embeddedFont>
      <p:font typeface="Hepta Slab" pitchFamily="2" charset="0"/>
      <p:regular r:id="rId27"/>
      <p:bold r:id="rId28"/>
    </p:embeddedFont>
    <p:embeddedFont>
      <p:font typeface="Hepta Slab Bold" pitchFamily="2" charset="0"/>
      <p:bold r:id="rId29"/>
    </p:embeddedFont>
    <p:embeddedFont>
      <p:font typeface="Hepta Slab ExtraBold" pitchFamily="2" charset="0"/>
      <p:bold r:id="rId30"/>
    </p:embeddedFont>
    <p:embeddedFont>
      <p:font typeface="Hepta Slab Regular" pitchFamily="2" charset="0"/>
      <p:regular r:id="rId31"/>
    </p:embeddedFont>
    <p:embeddedFont>
      <p:font typeface="Hepta Slab SemiBold" pitchFamily="2" charset="0"/>
      <p:bold r:id="rId32"/>
    </p:embeddedFont>
    <p:embeddedFont>
      <p:font typeface="Montserrat" panose="00000500000000000000" pitchFamily="2" charset="0"/>
      <p:regular r:id="rId33"/>
      <p:bold r:id="rId34"/>
      <p:italic r:id="rId35"/>
      <p:boldItalic r:id="rId36"/>
    </p:embeddedFont>
    <p:embeddedFont>
      <p:font typeface="Montserrat ExtraBold" panose="00000900000000000000" pitchFamily="2" charset="0"/>
      <p:bold r:id="rId37"/>
      <p:boldItalic r:id="rId38"/>
    </p:embeddedFont>
    <p:embeddedFont>
      <p:font typeface="Montserrat Light" panose="00000400000000000000" pitchFamily="2" charset="0"/>
      <p:regular r:id="rId39"/>
      <p:italic r:id="rId40"/>
    </p:embeddedFont>
    <p:embeddedFont>
      <p:font typeface="Montserrat Medium" panose="00000600000000000000" pitchFamily="2" charset="0"/>
      <p:regular r:id="rId41"/>
      <p:italic r:id="rId42"/>
    </p:embeddedFont>
    <p:embeddedFont>
      <p:font typeface="Montserrat SemiBold" panose="00000700000000000000" pitchFamily="2" charset="0"/>
      <p:bold r:id="rId43"/>
      <p:boldItalic r:id="rId44"/>
    </p:embeddedFont>
    <p:embeddedFont>
      <p:font typeface="Noto Emoji" panose="020B0604020202020204" charset="0"/>
      <p:regular r:id="rId4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4A17"/>
    <a:srgbClr val="C7E4F4"/>
    <a:srgbClr val="FF3131"/>
    <a:srgbClr val="7030A0"/>
    <a:srgbClr val="817617"/>
    <a:srgbClr val="3C2472"/>
    <a:srgbClr val="F5F3E4"/>
    <a:srgbClr val="FF36BB"/>
    <a:srgbClr val="3C7EFF"/>
    <a:srgbClr val="FFD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473" autoAdjust="0"/>
    <p:restoredTop sz="95033" autoAdjust="0"/>
  </p:normalViewPr>
  <p:slideViewPr>
    <p:cSldViewPr>
      <p:cViewPr varScale="1">
        <p:scale>
          <a:sx n="70" d="100"/>
          <a:sy n="70" d="100"/>
        </p:scale>
        <p:origin x="354" y="48"/>
      </p:cViewPr>
      <p:guideLst>
        <p:guide orient="horz" pos="3240"/>
        <p:guide pos="5760"/>
      </p:guideLst>
    </p:cSldViewPr>
  </p:slideViewPr>
  <p:notesTextViewPr>
    <p:cViewPr>
      <p:scale>
        <a:sx n="1" d="1"/>
        <a:sy n="1" d="1"/>
      </p:scale>
      <p:origin x="0" y="0"/>
    </p:cViewPr>
  </p:notesTextViewPr>
  <p:sorterViewPr>
    <p:cViewPr>
      <p:scale>
        <a:sx n="142" d="100"/>
        <a:sy n="142" d="100"/>
      </p:scale>
      <p:origin x="0" y="0"/>
    </p:cViewPr>
  </p:sorterViewPr>
  <p:notesViewPr>
    <p:cSldViewPr>
      <p:cViewPr varScale="1">
        <p:scale>
          <a:sx n="63" d="100"/>
          <a:sy n="63" d="100"/>
        </p:scale>
        <p:origin x="3206" y="53"/>
      </p:cViewPr>
      <p:guideLst/>
    </p:cSldViewPr>
  </p:notesViewPr>
  <p:gridSpacing cx="180000" cy="1800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1.fntdata"/><Relationship Id="rId11" Type="http://schemas.openxmlformats.org/officeDocument/2006/relationships/slide" Target="slides/slide8.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openxmlformats.org/officeDocument/2006/relationships/font" Target="fonts/font27.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font" Target="fonts/font26.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presProps" Target="presProps.xml"/><Relationship Id="rId20" Type="http://schemas.openxmlformats.org/officeDocument/2006/relationships/font" Target="fonts/font2.fntdata"/><Relationship Id="rId41"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517790-6DFE-4940-8CA4-61EE1B647741}" type="datetimeFigureOut">
              <a:rPr lang="en-IN" smtClean="0"/>
              <a:t>19-08-2025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26AF7A-43AD-4463-BF1A-F91465FB3261}" type="slidenum">
              <a:rPr lang="en-IN" smtClean="0"/>
              <a:t>‹#›</a:t>
            </a:fld>
            <a:endParaRPr lang="en-IN"/>
          </a:p>
        </p:txBody>
      </p:sp>
    </p:spTree>
    <p:extLst>
      <p:ext uri="{BB962C8B-B14F-4D97-AF65-F5344CB8AC3E}">
        <p14:creationId xmlns:p14="http://schemas.microsoft.com/office/powerpoint/2010/main" val="3591542378"/>
      </p:ext>
    </p:extLst>
  </p:cSld>
  <p:clrMap bg1="lt1" tx1="dk1" bg2="lt2" tx2="dk2" accent1="accent1" accent2="accent2" accent3="accent3" accent4="accent4" accent5="accent5" accent6="accent6" hlink="hlink" folHlink="folHlink"/>
  <p:notesStyle>
    <a:lvl1pPr marL="0" algn="l" defTabSz="1371600" rtl="0" eaLnBrk="1" latinLnBrk="0" hangingPunct="1">
      <a:defRPr sz="1800" kern="1200">
        <a:solidFill>
          <a:schemeClr val="tx1"/>
        </a:solidFill>
        <a:latin typeface="+mn-lt"/>
        <a:ea typeface="+mn-ea"/>
        <a:cs typeface="+mn-cs"/>
      </a:defRPr>
    </a:lvl1pPr>
    <a:lvl2pPr marL="685800" algn="l" defTabSz="1371600" rtl="0" eaLnBrk="1" latinLnBrk="0" hangingPunct="1">
      <a:defRPr sz="1800" kern="1200">
        <a:solidFill>
          <a:schemeClr val="tx1"/>
        </a:solidFill>
        <a:latin typeface="+mn-lt"/>
        <a:ea typeface="+mn-ea"/>
        <a:cs typeface="+mn-cs"/>
      </a:defRPr>
    </a:lvl2pPr>
    <a:lvl3pPr marL="1371600" algn="l" defTabSz="1371600" rtl="0" eaLnBrk="1" latinLnBrk="0" hangingPunct="1">
      <a:defRPr sz="1800" kern="1200">
        <a:solidFill>
          <a:schemeClr val="tx1"/>
        </a:solidFill>
        <a:latin typeface="+mn-lt"/>
        <a:ea typeface="+mn-ea"/>
        <a:cs typeface="+mn-cs"/>
      </a:defRPr>
    </a:lvl3pPr>
    <a:lvl4pPr marL="2057400" algn="l" defTabSz="1371600" rtl="0" eaLnBrk="1" latinLnBrk="0" hangingPunct="1">
      <a:defRPr sz="1800" kern="1200">
        <a:solidFill>
          <a:schemeClr val="tx1"/>
        </a:solidFill>
        <a:latin typeface="+mn-lt"/>
        <a:ea typeface="+mn-ea"/>
        <a:cs typeface="+mn-cs"/>
      </a:defRPr>
    </a:lvl4pPr>
    <a:lvl5pPr marL="2743200" algn="l" defTabSz="1371600" rtl="0" eaLnBrk="1" latinLnBrk="0" hangingPunct="1">
      <a:defRPr sz="1800" kern="1200">
        <a:solidFill>
          <a:schemeClr val="tx1"/>
        </a:solidFill>
        <a:latin typeface="+mn-lt"/>
        <a:ea typeface="+mn-ea"/>
        <a:cs typeface="+mn-cs"/>
      </a:defRPr>
    </a:lvl5pPr>
    <a:lvl6pPr marL="3429000" algn="l" defTabSz="1371600" rtl="0" eaLnBrk="1" latinLnBrk="0" hangingPunct="1">
      <a:defRPr sz="1800" kern="1200">
        <a:solidFill>
          <a:schemeClr val="tx1"/>
        </a:solidFill>
        <a:latin typeface="+mn-lt"/>
        <a:ea typeface="+mn-ea"/>
        <a:cs typeface="+mn-cs"/>
      </a:defRPr>
    </a:lvl6pPr>
    <a:lvl7pPr marL="4114800" algn="l" defTabSz="1371600" rtl="0" eaLnBrk="1" latinLnBrk="0" hangingPunct="1">
      <a:defRPr sz="1800" kern="1200">
        <a:solidFill>
          <a:schemeClr val="tx1"/>
        </a:solidFill>
        <a:latin typeface="+mn-lt"/>
        <a:ea typeface="+mn-ea"/>
        <a:cs typeface="+mn-cs"/>
      </a:defRPr>
    </a:lvl7pPr>
    <a:lvl8pPr marL="4800600" algn="l" defTabSz="1371600" rtl="0" eaLnBrk="1" latinLnBrk="0" hangingPunct="1">
      <a:defRPr sz="1800" kern="1200">
        <a:solidFill>
          <a:schemeClr val="tx1"/>
        </a:solidFill>
        <a:latin typeface="+mn-lt"/>
        <a:ea typeface="+mn-ea"/>
        <a:cs typeface="+mn-cs"/>
      </a:defRPr>
    </a:lvl8pPr>
    <a:lvl9pPr marL="5486400" algn="l" defTabSz="13716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90435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Not clear what the challenge is other than readability</a:t>
            </a:r>
          </a:p>
        </p:txBody>
      </p:sp>
    </p:spTree>
    <p:extLst>
      <p:ext uri="{BB962C8B-B14F-4D97-AF65-F5344CB8AC3E}">
        <p14:creationId xmlns:p14="http://schemas.microsoft.com/office/powerpoint/2010/main" val="2683634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BEFORE AFTER SAMPLE</a:t>
            </a:r>
          </a:p>
        </p:txBody>
      </p:sp>
    </p:spTree>
    <p:extLst>
      <p:ext uri="{BB962C8B-B14F-4D97-AF65-F5344CB8AC3E}">
        <p14:creationId xmlns:p14="http://schemas.microsoft.com/office/powerpoint/2010/main" val="2656625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mailto:hello@caffeine.com" TargetMode="External"/><Relationship Id="rId2" Type="http://schemas.openxmlformats.org/officeDocument/2006/relationships/hyperlink" Target="http://www.caffeine.com" TargetMode="External"/><Relationship Id="rId1" Type="http://schemas.openxmlformats.org/officeDocument/2006/relationships/slideMaster" Target="../slideMasters/slideMaster2.xml"/><Relationship Id="rId4" Type="http://schemas.openxmlformats.org/officeDocument/2006/relationships/hyperlink" Target="http://facebook.com/caffeine"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hyperlink" Target="mailto:hello@caffeine.com" TargetMode="External"/><Relationship Id="rId2" Type="http://schemas.openxmlformats.org/officeDocument/2006/relationships/hyperlink" Target="http://www.caffeine.com" TargetMode="External"/><Relationship Id="rId1" Type="http://schemas.openxmlformats.org/officeDocument/2006/relationships/slideMaster" Target="../slideMasters/slideMaster3.xml"/><Relationship Id="rId4" Type="http://schemas.openxmlformats.org/officeDocument/2006/relationships/hyperlink" Target="http://facebook.com/caffeine" TargetMode="Externa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04595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352157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7BEA42-13E0-41FB-A68F-5FBD4A82D1C9}"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770147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7BEA42-13E0-41FB-A68F-5FBD4A82D1C9}"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4200045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7BEA42-13E0-41FB-A68F-5FBD4A82D1C9}" type="datetimeFigureOut">
              <a:rPr lang="en-IN" smtClean="0"/>
              <a:t>19-08-2025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414996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7BEA42-13E0-41FB-A68F-5FBD4A82D1C9}" type="datetimeFigureOut">
              <a:rPr lang="en-IN" smtClean="0"/>
              <a:t>19-08-2025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922881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7BEA42-13E0-41FB-A68F-5FBD4A82D1C9}" type="datetimeFigureOut">
              <a:rPr lang="en-IN" smtClean="0"/>
              <a:t>19-08-2025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380421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447BEA42-13E0-41FB-A68F-5FBD4A82D1C9}"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509481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447BEA42-13E0-41FB-A68F-5FBD4A82D1C9}"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1595778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412401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7BEA42-13E0-41FB-A68F-5FBD4A82D1C9}"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FEF3A-9EDB-45A3-8F8C-28BAE7165C56}" type="slidenum">
              <a:rPr lang="en-IN" smtClean="0"/>
              <a:t>‹#›</a:t>
            </a:fld>
            <a:endParaRPr lang="en-IN"/>
          </a:p>
        </p:txBody>
      </p:sp>
    </p:spTree>
    <p:extLst>
      <p:ext uri="{BB962C8B-B14F-4D97-AF65-F5344CB8AC3E}">
        <p14:creationId xmlns:p14="http://schemas.microsoft.com/office/powerpoint/2010/main" val="2693015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7011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reak 1">
    <p:spTree>
      <p:nvGrpSpPr>
        <p:cNvPr id="1" name=""/>
        <p:cNvGrpSpPr/>
        <p:nvPr/>
      </p:nvGrpSpPr>
      <p:grpSpPr>
        <a:xfrm>
          <a:off x="0" y="0"/>
          <a:ext cx="0" cy="0"/>
          <a:chOff x="0" y="0"/>
          <a:chExt cx="0" cy="0"/>
        </a:xfrm>
      </p:grpSpPr>
      <p:sp>
        <p:nvSpPr>
          <p:cNvPr id="25" name="Shape 25"/>
          <p:cNvSpPr>
            <a:spLocks noGrp="1"/>
          </p:cNvSpPr>
          <p:nvPr>
            <p:ph type="body" idx="13"/>
          </p:nvPr>
        </p:nvSpPr>
        <p:spPr>
          <a:xfrm>
            <a:off x="-1" y="-47551"/>
            <a:ext cx="18288001" cy="10382102"/>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26" name="Shape 26"/>
          <p:cNvSpPr/>
          <p:nvPr/>
        </p:nvSpPr>
        <p:spPr>
          <a:xfrm>
            <a:off x="4677261" y="2916511"/>
            <a:ext cx="8933478" cy="4453979"/>
          </a:xfrm>
          <a:prstGeom prst="rect">
            <a:avLst/>
          </a:prstGeom>
          <a:solidFill>
            <a:srgbClr val="000000"/>
          </a:solidFill>
          <a:ln w="12700">
            <a:miter lim="400000"/>
          </a:ln>
          <a:effectLst>
            <a:outerShdw blurRad="457200" dist="281404" dir="5400000" rotWithShape="0">
              <a:srgbClr val="000000">
                <a:alpha val="42106"/>
              </a:srgbClr>
            </a:outerShdw>
          </a:effectLst>
        </p:spPr>
        <p:txBody>
          <a:bodyPr lIns="38100" tIns="38100" rIns="38100" bIns="38100" anchor="ctr"/>
          <a:lstStyle/>
          <a:p>
            <a:pPr>
              <a:defRPr sz="3200">
                <a:solidFill>
                  <a:srgbClr val="FFFFFF"/>
                </a:solidFill>
              </a:defRPr>
            </a:pPr>
            <a:endParaRPr sz="2400" dirty="0"/>
          </a:p>
        </p:txBody>
      </p:sp>
      <p:sp>
        <p:nvSpPr>
          <p:cNvPr id="27" name="Shape 27"/>
          <p:cNvSpPr>
            <a:spLocks noGrp="1"/>
          </p:cNvSpPr>
          <p:nvPr>
            <p:ph type="body" sz="quarter" idx="14"/>
          </p:nvPr>
        </p:nvSpPr>
        <p:spPr>
          <a:xfrm>
            <a:off x="5109633" y="5771198"/>
            <a:ext cx="8068735" cy="789640"/>
          </a:xfrm>
          <a:prstGeom prst="rect">
            <a:avLst/>
          </a:prstGeom>
        </p:spPr>
        <p:txBody>
          <a:bodyPr anchor="t">
            <a:spAutoFit/>
          </a:bodyPr>
          <a:lstStyle>
            <a:lvl1pPr marL="0" indent="0" algn="ctr">
              <a:spcBef>
                <a:spcPts val="4425"/>
              </a:spcBef>
              <a:buSzTx/>
              <a:buNone/>
              <a:defRPr sz="1950">
                <a:solidFill>
                  <a:srgbClr val="FFFFFF"/>
                </a:solidFill>
              </a:defRPr>
            </a:lvl1pPr>
          </a:lstStyle>
          <a:p>
            <a:r>
              <a:t>At vero eos et accusamus et iusto odio dignissimos ducimus qui blanditiis praesentium voluptatum deleniti atque corrupti.</a:t>
            </a:r>
          </a:p>
        </p:txBody>
      </p:sp>
      <p:sp>
        <p:nvSpPr>
          <p:cNvPr id="28" name="Shape 28"/>
          <p:cNvSpPr>
            <a:spLocks noGrp="1"/>
          </p:cNvSpPr>
          <p:nvPr>
            <p:ph type="body" sz="quarter" idx="15"/>
          </p:nvPr>
        </p:nvSpPr>
        <p:spPr>
          <a:xfrm>
            <a:off x="6332333" y="4028122"/>
            <a:ext cx="5623335" cy="1372171"/>
          </a:xfrm>
          <a:prstGeom prst="rect">
            <a:avLst/>
          </a:prstGeom>
        </p:spPr>
        <p:txBody>
          <a:bodyPr wrap="none" anchor="t">
            <a:spAutoFit/>
          </a:bodyPr>
          <a:lstStyle>
            <a:lvl1pPr marL="0" indent="0" algn="ctr">
              <a:lnSpc>
                <a:spcPct val="100000"/>
              </a:lnSpc>
              <a:spcBef>
                <a:spcPts val="0"/>
              </a:spcBef>
              <a:buSzTx/>
              <a:buNone/>
              <a:defRPr sz="8250" cap="all">
                <a:solidFill>
                  <a:srgbClr val="FFFFFF"/>
                </a:solidFill>
                <a:latin typeface="Montserrat SemiBold"/>
                <a:ea typeface="Montserrat SemiBold"/>
                <a:cs typeface="Montserrat SemiBold"/>
                <a:sym typeface="Montserrat SemiBold"/>
              </a:defRPr>
            </a:lvl1pPr>
          </a:lstStyle>
          <a:p>
            <a:r>
              <a:t>caffeine</a:t>
            </a:r>
          </a:p>
        </p:txBody>
      </p:sp>
      <p:sp>
        <p:nvSpPr>
          <p:cNvPr id="29" name="Shape 29"/>
          <p:cNvSpPr>
            <a:spLocks noGrp="1"/>
          </p:cNvSpPr>
          <p:nvPr>
            <p:ph type="body" sz="quarter" idx="16"/>
          </p:nvPr>
        </p:nvSpPr>
        <p:spPr>
          <a:xfrm>
            <a:off x="8391391" y="3685222"/>
            <a:ext cx="1505220" cy="564257"/>
          </a:xfrm>
          <a:prstGeom prst="rect">
            <a:avLst/>
          </a:prstGeom>
        </p:spPr>
        <p:txBody>
          <a:bodyPr wrap="none" anchor="t">
            <a:spAutoFit/>
          </a:bodyPr>
          <a:lstStyle>
            <a:lvl1pPr marL="0" indent="0" algn="ctr">
              <a:lnSpc>
                <a:spcPct val="100000"/>
              </a:lnSpc>
              <a:spcBef>
                <a:spcPts val="0"/>
              </a:spcBef>
              <a:buSzTx/>
              <a:buNone/>
              <a:defRPr sz="3000" cap="all">
                <a:solidFill>
                  <a:srgbClr val="FFFFFF"/>
                </a:solidFill>
                <a:latin typeface="Montserrat Light"/>
                <a:ea typeface="Montserrat Light"/>
                <a:cs typeface="Montserrat Light"/>
                <a:sym typeface="Montserrat Light"/>
              </a:defRPr>
            </a:lvl1pPr>
          </a:lstStyle>
          <a:p>
            <a:r>
              <a:t>about</a:t>
            </a:r>
          </a:p>
        </p:txBody>
      </p:sp>
      <p:sp>
        <p:nvSpPr>
          <p:cNvPr id="30" name="Shape 30"/>
          <p:cNvSpPr>
            <a:spLocks noGrp="1"/>
          </p:cNvSpPr>
          <p:nvPr>
            <p:ph type="body" sz="quarter" idx="17"/>
          </p:nvPr>
        </p:nvSpPr>
        <p:spPr>
          <a:xfrm>
            <a:off x="8962717" y="5533073"/>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31" name="Shape 31"/>
          <p:cNvSpPr/>
          <p:nvPr/>
        </p:nvSpPr>
        <p:spPr>
          <a:xfrm flipV="1">
            <a:off x="11291699" y="3181641"/>
            <a:ext cx="7842811" cy="7842811"/>
          </a:xfrm>
          <a:prstGeom prst="line">
            <a:avLst/>
          </a:prstGeom>
          <a:ln w="12700">
            <a:solidFill>
              <a:srgbClr val="FFFFFF"/>
            </a:solidFill>
            <a:miter lim="400000"/>
          </a:ln>
        </p:spPr>
        <p:txBody>
          <a:bodyPr lIns="38100" tIns="38100" rIns="38100" bIns="38100" anchor="ctr"/>
          <a:lstStyle/>
          <a:p>
            <a:pPr>
              <a:defRPr sz="3200"/>
            </a:pPr>
            <a:endParaRPr sz="2400" dirty="0"/>
          </a:p>
        </p:txBody>
      </p:sp>
      <p:sp>
        <p:nvSpPr>
          <p:cNvPr id="32" name="Shape 32"/>
          <p:cNvSpPr/>
          <p:nvPr/>
        </p:nvSpPr>
        <p:spPr>
          <a:xfrm flipV="1">
            <a:off x="-555476" y="-1295110"/>
            <a:ext cx="7842811" cy="7842811"/>
          </a:xfrm>
          <a:prstGeom prst="line">
            <a:avLst/>
          </a:prstGeom>
          <a:ln w="12700">
            <a:solidFill>
              <a:srgbClr val="FFFFFF"/>
            </a:solidFill>
            <a:miter lim="400000"/>
          </a:ln>
        </p:spPr>
        <p:txBody>
          <a:bodyPr lIns="38100" tIns="38100" rIns="38100" bIns="38100" anchor="ctr"/>
          <a:lstStyle/>
          <a:p>
            <a:pPr>
              <a:defRPr sz="3200"/>
            </a:pPr>
            <a:endParaRPr sz="2400" dirty="0"/>
          </a:p>
        </p:txBody>
      </p:sp>
      <p:sp>
        <p:nvSpPr>
          <p:cNvPr id="33" name="Shape 33"/>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411167980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reak 2">
    <p:spTree>
      <p:nvGrpSpPr>
        <p:cNvPr id="1" name=""/>
        <p:cNvGrpSpPr/>
        <p:nvPr/>
      </p:nvGrpSpPr>
      <p:grpSpPr>
        <a:xfrm>
          <a:off x="0" y="0"/>
          <a:ext cx="0" cy="0"/>
          <a:chOff x="0" y="0"/>
          <a:chExt cx="0" cy="0"/>
        </a:xfrm>
      </p:grpSpPr>
      <p:sp>
        <p:nvSpPr>
          <p:cNvPr id="40" name="Shape 40"/>
          <p:cNvSpPr>
            <a:spLocks noGrp="1"/>
          </p:cNvSpPr>
          <p:nvPr>
            <p:ph type="body" sz="half" idx="13"/>
          </p:nvPr>
        </p:nvSpPr>
        <p:spPr>
          <a:xfrm flipV="1">
            <a:off x="-555476" y="-1295110"/>
            <a:ext cx="7842811" cy="7842811"/>
          </a:xfrm>
          <a:prstGeom prst="line">
            <a:avLst/>
          </a:prstGeom>
          <a:ln>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41" name="Shape 41"/>
          <p:cNvSpPr>
            <a:spLocks noGrp="1"/>
          </p:cNvSpPr>
          <p:nvPr>
            <p:ph type="body" sz="quarter" idx="14"/>
          </p:nvPr>
        </p:nvSpPr>
        <p:spPr>
          <a:xfrm>
            <a:off x="8877799" y="2094753"/>
            <a:ext cx="7918481" cy="2718693"/>
          </a:xfrm>
          <a:prstGeom prst="rect">
            <a:avLst/>
          </a:prstGeom>
        </p:spPr>
        <p:txBody>
          <a:bodyPr anchor="b">
            <a:spAutoFit/>
          </a:bodyPr>
          <a:lstStyle>
            <a:lvl1pPr marL="0" indent="0">
              <a:lnSpc>
                <a:spcPct val="100000"/>
              </a:lnSpc>
              <a:spcBef>
                <a:spcPts val="0"/>
              </a:spcBef>
              <a:buSzTx/>
              <a:buNone/>
              <a:defRPr sz="8500" cap="all">
                <a:solidFill>
                  <a:srgbClr val="000000"/>
                </a:solidFill>
                <a:latin typeface="Montserrat SemiBold"/>
                <a:sym typeface="Montserrat SemiBold"/>
              </a:defRPr>
            </a:lvl1pPr>
          </a:lstStyle>
          <a:p>
            <a:pPr marL="0" indent="0">
              <a:lnSpc>
                <a:spcPct val="100000"/>
              </a:lnSpc>
              <a:spcBef>
                <a:spcPts val="0"/>
              </a:spcBef>
              <a:buSzTx/>
              <a:buNone/>
              <a:defRPr sz="8500" cap="all">
                <a:solidFill>
                  <a:srgbClr val="000000"/>
                </a:solidFill>
                <a:latin typeface="Montserrat SemiBold"/>
                <a:ea typeface="Montserrat SemiBold"/>
                <a:cs typeface="Montserrat SemiBold"/>
                <a:sym typeface="Montserrat SemiBold"/>
              </a:defRPr>
            </a:pPr>
            <a:r>
              <a:t>welcome</a:t>
            </a:r>
          </a:p>
          <a:p>
            <a:pPr marL="0" indent="0">
              <a:lnSpc>
                <a:spcPct val="100000"/>
              </a:lnSpc>
              <a:spcBef>
                <a:spcPts val="0"/>
              </a:spcBef>
              <a:buSzTx/>
              <a:buNone/>
              <a:defRPr sz="8500" cap="all">
                <a:solidFill>
                  <a:srgbClr val="000000"/>
                </a:solidFill>
                <a:latin typeface="Montserrat SemiBold"/>
                <a:ea typeface="Montserrat SemiBold"/>
                <a:cs typeface="Montserrat SemiBold"/>
                <a:sym typeface="Montserrat SemiBold"/>
              </a:defRPr>
            </a:pPr>
            <a:r>
              <a:t>to caffeine</a:t>
            </a:r>
          </a:p>
        </p:txBody>
      </p:sp>
      <p:sp>
        <p:nvSpPr>
          <p:cNvPr id="42" name="Shape 42"/>
          <p:cNvSpPr>
            <a:spLocks noGrp="1"/>
          </p:cNvSpPr>
          <p:nvPr>
            <p:ph type="body" sz="half" idx="15"/>
          </p:nvPr>
        </p:nvSpPr>
        <p:spPr>
          <a:xfrm flipV="1">
            <a:off x="11291699" y="6210591"/>
            <a:ext cx="7842811" cy="7842811"/>
          </a:xfrm>
          <a:prstGeom prst="line">
            <a:avLst/>
          </a:prstGeom>
          <a:ln>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dirty="0"/>
          </a:p>
        </p:txBody>
      </p:sp>
      <p:sp>
        <p:nvSpPr>
          <p:cNvPr id="43" name="Shape 43"/>
          <p:cNvSpPr>
            <a:spLocks noGrp="1"/>
          </p:cNvSpPr>
          <p:nvPr>
            <p:ph type="body" sz="quarter" idx="16"/>
          </p:nvPr>
        </p:nvSpPr>
        <p:spPr>
          <a:xfrm>
            <a:off x="8916682" y="5353540"/>
            <a:ext cx="8164564" cy="1109535"/>
          </a:xfrm>
          <a:prstGeom prst="rect">
            <a:avLst/>
          </a:prstGeom>
        </p:spPr>
        <p:txBody>
          <a:bodyPr anchor="t">
            <a:spAutoFit/>
          </a:bodyPr>
          <a:lstStyle>
            <a:lvl1pPr marL="0" indent="0">
              <a:spcBef>
                <a:spcPts val="4425"/>
              </a:spcBef>
              <a:buSzTx/>
              <a:buNone/>
              <a:defRPr>
                <a:solidFill>
                  <a:srgbClr val="53585F"/>
                </a:solidFill>
              </a:defRPr>
            </a:lvl1pPr>
          </a:lstStyle>
          <a:p>
            <a:r>
              <a:t>At vero eos et accusamus et iusto odio dignissimos ducimus qui blanditiis praesentium voluptatum deleniti atque corrupti quos dolores et quas molestias excepturi sint occaecat</a:t>
            </a:r>
          </a:p>
        </p:txBody>
      </p:sp>
      <p:sp>
        <p:nvSpPr>
          <p:cNvPr id="44" name="Shape 44"/>
          <p:cNvSpPr>
            <a:spLocks noGrp="1"/>
          </p:cNvSpPr>
          <p:nvPr>
            <p:ph type="body" sz="quarter" idx="17"/>
          </p:nvPr>
        </p:nvSpPr>
        <p:spPr>
          <a:xfrm>
            <a:off x="8962717" y="5083493"/>
            <a:ext cx="362566" cy="1"/>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45" name="Shape 45"/>
          <p:cNvSpPr>
            <a:spLocks noGrp="1"/>
          </p:cNvSpPr>
          <p:nvPr>
            <p:ph type="body" sz="quarter" idx="18"/>
          </p:nvPr>
        </p:nvSpPr>
        <p:spPr>
          <a:xfrm>
            <a:off x="3731857" y="4589093"/>
            <a:ext cx="3901679" cy="3901679"/>
          </a:xfrm>
          <a:prstGeom prst="rect">
            <a:avLst/>
          </a:prstGeom>
          <a:solidFill>
            <a:srgbClr val="AE275F"/>
          </a:solidFill>
          <a:effectLst>
            <a:outerShdw blurRad="457200" dist="279400" dir="5400000" rotWithShape="0">
              <a:srgbClr val="000000">
                <a:alpha val="28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46" name="Shape 46"/>
          <p:cNvSpPr>
            <a:spLocks noGrp="1"/>
          </p:cNvSpPr>
          <p:nvPr>
            <p:ph type="body" sz="quarter" idx="19"/>
          </p:nvPr>
        </p:nvSpPr>
        <p:spPr>
          <a:xfrm>
            <a:off x="1300846" y="1796192"/>
            <a:ext cx="3901679" cy="3901679"/>
          </a:xfrm>
          <a:prstGeom prst="rect">
            <a:avLst/>
          </a:prstGeom>
          <a:solidFill>
            <a:srgbClr val="AE275F"/>
          </a:solidFill>
          <a:effectLst>
            <a:outerShdw blurRad="457200" dist="279400" dir="5400000" rotWithShape="0">
              <a:srgbClr val="000000">
                <a:alpha val="28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47" name="Shape 47"/>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17687132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Image Gallery">
    <p:spTree>
      <p:nvGrpSpPr>
        <p:cNvPr id="1" name=""/>
        <p:cNvGrpSpPr/>
        <p:nvPr/>
      </p:nvGrpSpPr>
      <p:grpSpPr>
        <a:xfrm>
          <a:off x="0" y="0"/>
          <a:ext cx="0" cy="0"/>
          <a:chOff x="0" y="0"/>
          <a:chExt cx="0" cy="0"/>
        </a:xfrm>
      </p:grpSpPr>
      <p:sp>
        <p:nvSpPr>
          <p:cNvPr id="66" name="Shape 66"/>
          <p:cNvSpPr/>
          <p:nvPr/>
        </p:nvSpPr>
        <p:spPr>
          <a:xfrm>
            <a:off x="13917282" y="-1534841"/>
            <a:ext cx="4953342" cy="4953342"/>
          </a:xfrm>
          <a:prstGeom prst="line">
            <a:avLst/>
          </a:prstGeom>
          <a:ln w="12700">
            <a:solidFill>
              <a:srgbClr val="DCDEE0"/>
            </a:solidFill>
            <a:miter lim="400000"/>
          </a:ln>
        </p:spPr>
        <p:txBody>
          <a:bodyPr lIns="38100" tIns="38100" rIns="38100" bIns="38100" anchor="ctr"/>
          <a:lstStyle/>
          <a:p>
            <a:pPr>
              <a:defRPr sz="3200"/>
            </a:pPr>
            <a:endParaRPr sz="2400" dirty="0"/>
          </a:p>
        </p:txBody>
      </p:sp>
      <p:sp>
        <p:nvSpPr>
          <p:cNvPr id="67" name="Shape 67"/>
          <p:cNvSpPr>
            <a:spLocks noGrp="1"/>
          </p:cNvSpPr>
          <p:nvPr>
            <p:ph type="body" idx="13"/>
          </p:nvPr>
        </p:nvSpPr>
        <p:spPr>
          <a:xfrm>
            <a:off x="353707" y="396329"/>
            <a:ext cx="8656738" cy="949434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68" name="Shape 68"/>
          <p:cNvSpPr>
            <a:spLocks noGrp="1"/>
          </p:cNvSpPr>
          <p:nvPr>
            <p:ph type="body" sz="half" idx="14"/>
          </p:nvPr>
        </p:nvSpPr>
        <p:spPr>
          <a:xfrm>
            <a:off x="9290179" y="396329"/>
            <a:ext cx="8656738"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69" name="Shape 69"/>
          <p:cNvSpPr>
            <a:spLocks noGrp="1"/>
          </p:cNvSpPr>
          <p:nvPr>
            <p:ph type="body" sz="quarter" idx="15"/>
          </p:nvPr>
        </p:nvSpPr>
        <p:spPr>
          <a:xfrm>
            <a:off x="9290179" y="5262751"/>
            <a:ext cx="4190704"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0" name="Shape 70"/>
          <p:cNvSpPr>
            <a:spLocks noGrp="1"/>
          </p:cNvSpPr>
          <p:nvPr>
            <p:ph type="body" sz="quarter" idx="16"/>
          </p:nvPr>
        </p:nvSpPr>
        <p:spPr>
          <a:xfrm>
            <a:off x="13724106" y="5262751"/>
            <a:ext cx="4190703"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1" name="Shape 71"/>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02305205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estimonial">
    <p:spTree>
      <p:nvGrpSpPr>
        <p:cNvPr id="1" name=""/>
        <p:cNvGrpSpPr/>
        <p:nvPr/>
      </p:nvGrpSpPr>
      <p:grpSpPr>
        <a:xfrm>
          <a:off x="0" y="0"/>
          <a:ext cx="0" cy="0"/>
          <a:chOff x="0" y="0"/>
          <a:chExt cx="0" cy="0"/>
        </a:xfrm>
      </p:grpSpPr>
      <p:sp>
        <p:nvSpPr>
          <p:cNvPr id="78" name="Shape 78"/>
          <p:cNvSpPr>
            <a:spLocks noGrp="1"/>
          </p:cNvSpPr>
          <p:nvPr>
            <p:ph type="body" sz="quarter" idx="13"/>
          </p:nvPr>
        </p:nvSpPr>
        <p:spPr>
          <a:xfrm rot="2700000">
            <a:off x="7344005" y="2866276"/>
            <a:ext cx="3525833" cy="3525832"/>
          </a:xfrm>
          <a:prstGeom prst="rect">
            <a:avLst/>
          </a:prstGeom>
          <a:ln>
            <a:solidFill>
              <a:srgbClr val="A6AAA9"/>
            </a:solidFill>
          </a:ln>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9" name="Shape 79"/>
          <p:cNvSpPr>
            <a:spLocks noGrp="1"/>
          </p:cNvSpPr>
          <p:nvPr>
            <p:ph type="body" sz="quarter" idx="14"/>
          </p:nvPr>
        </p:nvSpPr>
        <p:spPr>
          <a:xfrm>
            <a:off x="5931014" y="863012"/>
            <a:ext cx="6425973" cy="795089"/>
          </a:xfrm>
          <a:prstGeom prst="rect">
            <a:avLst/>
          </a:prstGeom>
        </p:spPr>
        <p:txBody>
          <a:bodyPr anchor="b">
            <a:spAutoFit/>
          </a:bodyPr>
          <a:lstStyle>
            <a:lvl1pPr marL="0" indent="0" algn="ctr">
              <a:lnSpc>
                <a:spcPct val="100000"/>
              </a:lnSpc>
              <a:spcBef>
                <a:spcPts val="0"/>
              </a:spcBef>
              <a:buSzTx/>
              <a:buNone/>
              <a:defRPr sz="4500" cap="all">
                <a:solidFill>
                  <a:srgbClr val="000000"/>
                </a:solidFill>
                <a:latin typeface="Montserrat SemiBold"/>
                <a:ea typeface="Montserrat SemiBold"/>
                <a:cs typeface="Montserrat SemiBold"/>
                <a:sym typeface="Montserrat SemiBold"/>
              </a:defRPr>
            </a:lvl1pPr>
          </a:lstStyle>
          <a:p>
            <a:r>
              <a:t>testimonials</a:t>
            </a:r>
          </a:p>
        </p:txBody>
      </p:sp>
      <p:sp>
        <p:nvSpPr>
          <p:cNvPr id="80" name="Shape 80"/>
          <p:cNvSpPr>
            <a:spLocks noGrp="1"/>
          </p:cNvSpPr>
          <p:nvPr>
            <p:ph type="body" sz="quarter" idx="15"/>
          </p:nvPr>
        </p:nvSpPr>
        <p:spPr>
          <a:xfrm>
            <a:off x="5656441" y="7600204"/>
            <a:ext cx="6990896" cy="1511183"/>
          </a:xfrm>
          <a:prstGeom prst="rect">
            <a:avLst/>
          </a:prstGeom>
        </p:spPr>
        <p:txBody>
          <a:bodyPr anchor="t">
            <a:spAutoFit/>
          </a:bodyPr>
          <a:lstStyle>
            <a:lvl1pPr marL="0" indent="0" algn="ctr">
              <a:spcBef>
                <a:spcPts val="2250"/>
              </a:spcBef>
              <a:buSzTx/>
              <a:buNone/>
              <a:defRPr>
                <a:solidFill>
                  <a:srgbClr val="53585F"/>
                </a:solidFill>
              </a:defRPr>
            </a:lvl1pPr>
          </a:lstStyle>
          <a:p>
            <a:pPr marL="0" indent="0" algn="ctr">
              <a:spcBef>
                <a:spcPts val="3000"/>
              </a:spcBef>
              <a:buSzTx/>
              <a:buNone/>
              <a:defRPr>
                <a:solidFill>
                  <a:srgbClr val="53585F"/>
                </a:solidFill>
              </a:defRPr>
            </a:pPr>
            <a:r>
              <a:rPr sz="2025" i="1"/>
              <a:t>Nemo enim ipsam voluptatem quia voluptas sit aspernatur aut odit aut fugit, sed quia consequuntur.</a:t>
            </a:r>
            <a:br>
              <a:rPr sz="2025" i="1"/>
            </a:br>
            <a:r>
              <a:t>- Gloria Jennifer-</a:t>
            </a:r>
            <a:br/>
            <a:r>
              <a:t>(Satisfied Customer)</a:t>
            </a:r>
          </a:p>
        </p:txBody>
      </p:sp>
      <p:sp>
        <p:nvSpPr>
          <p:cNvPr id="81" name="Shape 81"/>
          <p:cNvSpPr>
            <a:spLocks noGrp="1"/>
          </p:cNvSpPr>
          <p:nvPr>
            <p:ph type="body" sz="quarter" idx="16"/>
          </p:nvPr>
        </p:nvSpPr>
        <p:spPr>
          <a:xfrm>
            <a:off x="4973332" y="6477021"/>
            <a:ext cx="1952180" cy="3565079"/>
          </a:xfrm>
          <a:prstGeom prst="rect">
            <a:avLst/>
          </a:prstGeom>
        </p:spPr>
        <p:txBody>
          <a:bodyPr anchor="t">
            <a:spAutoFit/>
          </a:bodyPr>
          <a:lstStyle>
            <a:lvl1pPr marL="0" indent="0">
              <a:lnSpc>
                <a:spcPct val="100000"/>
              </a:lnSpc>
              <a:spcBef>
                <a:spcPts val="4425"/>
              </a:spcBef>
              <a:buSzTx/>
              <a:buNone/>
              <a:defRPr sz="22500" i="1">
                <a:solidFill>
                  <a:srgbClr val="53585F"/>
                </a:solidFill>
              </a:defRPr>
            </a:lvl1pPr>
          </a:lstStyle>
          <a:p>
            <a:r>
              <a:t>“</a:t>
            </a:r>
          </a:p>
        </p:txBody>
      </p:sp>
      <p:sp>
        <p:nvSpPr>
          <p:cNvPr id="82" name="Shape 82"/>
          <p:cNvSpPr>
            <a:spLocks noGrp="1"/>
          </p:cNvSpPr>
          <p:nvPr>
            <p:ph type="body" sz="half" idx="17"/>
          </p:nvPr>
        </p:nvSpPr>
        <p:spPr>
          <a:xfrm flipV="1">
            <a:off x="11291699" y="3181641"/>
            <a:ext cx="7842811" cy="7842811"/>
          </a:xfrm>
          <a:prstGeom prst="line">
            <a:avLst/>
          </a:prstGeom>
          <a:ln>
            <a:solidFill>
              <a:srgbClr val="DCDEE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83" name="Shape 83"/>
          <p:cNvSpPr>
            <a:spLocks noGrp="1"/>
          </p:cNvSpPr>
          <p:nvPr>
            <p:ph type="body" sz="half" idx="18"/>
          </p:nvPr>
        </p:nvSpPr>
        <p:spPr>
          <a:xfrm flipV="1">
            <a:off x="-1031726" y="-1295110"/>
            <a:ext cx="7842810" cy="7842811"/>
          </a:xfrm>
          <a:prstGeom prst="line">
            <a:avLst/>
          </a:prstGeom>
          <a:ln>
            <a:solidFill>
              <a:srgbClr val="DCDEE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84" name="Shape 84"/>
          <p:cNvSpPr>
            <a:spLocks noGrp="1"/>
          </p:cNvSpPr>
          <p:nvPr>
            <p:ph type="body" sz="quarter" idx="19"/>
          </p:nvPr>
        </p:nvSpPr>
        <p:spPr>
          <a:xfrm>
            <a:off x="7104905" y="2597276"/>
            <a:ext cx="4078190" cy="406383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85" name="Shape 85"/>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39942985"/>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Single Column">
    <p:bg>
      <p:bgPr>
        <a:solidFill>
          <a:srgbClr val="000000"/>
        </a:solidFill>
        <a:effectLst/>
      </p:bgPr>
    </p:bg>
    <p:spTree>
      <p:nvGrpSpPr>
        <p:cNvPr id="1" name=""/>
        <p:cNvGrpSpPr/>
        <p:nvPr/>
      </p:nvGrpSpPr>
      <p:grpSpPr>
        <a:xfrm>
          <a:off x="0" y="0"/>
          <a:ext cx="0" cy="0"/>
          <a:chOff x="0" y="0"/>
          <a:chExt cx="0" cy="0"/>
        </a:xfrm>
      </p:grpSpPr>
      <p:sp>
        <p:nvSpPr>
          <p:cNvPr id="92" name="Shape 92"/>
          <p:cNvSpPr>
            <a:spLocks noGrp="1"/>
          </p:cNvSpPr>
          <p:nvPr>
            <p:ph type="body" sz="quarter" idx="13"/>
          </p:nvPr>
        </p:nvSpPr>
        <p:spPr>
          <a:xfrm>
            <a:off x="7441882" y="1169909"/>
            <a:ext cx="9125896" cy="2564805"/>
          </a:xfrm>
          <a:prstGeom prst="rect">
            <a:avLst/>
          </a:prstGeom>
        </p:spPr>
        <p:txBody>
          <a:bodyPr wrap="none">
            <a:spAutoFit/>
          </a:bodyPr>
          <a:lstStyle>
            <a:lvl1pPr marL="0" indent="0">
              <a:lnSpc>
                <a:spcPct val="100000"/>
              </a:lnSpc>
              <a:spcBef>
                <a:spcPts val="0"/>
              </a:spcBef>
              <a:buSzTx/>
              <a:buNone/>
              <a:defRPr sz="8000" cap="all">
                <a:solidFill>
                  <a:srgbClr val="FFFFFF"/>
                </a:solidFill>
                <a:latin typeface="Montserrat SemiBold"/>
                <a:sym typeface="Montserrat SemiBold"/>
              </a:defRPr>
            </a:lvl1pPr>
          </a:lstStyle>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single column</a:t>
            </a:r>
          </a:p>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93" name="Shape 93"/>
          <p:cNvSpPr>
            <a:spLocks noGrp="1"/>
          </p:cNvSpPr>
          <p:nvPr>
            <p:ph type="body" sz="half" idx="14"/>
          </p:nvPr>
        </p:nvSpPr>
        <p:spPr>
          <a:xfrm>
            <a:off x="7511508" y="4062789"/>
            <a:ext cx="10080568" cy="7036029"/>
          </a:xfrm>
          <a:prstGeom prst="rect">
            <a:avLst/>
          </a:prstGeom>
        </p:spPr>
        <p:txBody>
          <a:bodyPr anchor="t">
            <a:spAutoFit/>
          </a:bodyPr>
          <a:lstStyle>
            <a:lvl1pPr marL="0" indent="0">
              <a:spcBef>
                <a:spcPts val="2250"/>
              </a:spcBef>
              <a:buSzTx/>
              <a:buNone/>
              <a:defRPr sz="2400" b="1" i="1">
                <a:solidFill>
                  <a:srgbClr val="FFFFFF"/>
                </a:solidFill>
              </a:defRPr>
            </a:lvl1pPr>
          </a:lstStyle>
          <a:p>
            <a:pPr marL="0" indent="0">
              <a:spcBef>
                <a:spcPts val="3000"/>
              </a:spcBef>
              <a:buSzTx/>
              <a:buNone/>
              <a:defRPr sz="2400" b="1" i="1">
                <a:solidFill>
                  <a:srgbClr val="FFFFFF"/>
                </a:solidFill>
              </a:defRPr>
            </a:pPr>
            <a:r>
              <a:t>Sed ut perspiciatis unde omnis iste natus error sit voluptatem accusantium doloremque laudantium, totam rem aperiam, eaque ipsa quae ab illo inventore.</a:t>
            </a:r>
          </a:p>
          <a:p>
            <a:pPr marL="0" indent="0">
              <a:spcBef>
                <a:spcPts val="3000"/>
              </a:spcBef>
              <a:buSzTx/>
              <a:buNone/>
              <a:defRPr sz="2400">
                <a:solidFill>
                  <a:srgbClr val="FFFFFF"/>
                </a:solidFill>
              </a:defRPr>
            </a:pPr>
            <a:r>
              <a:t>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 et dolore magnam aliquam quaerat voluptatem. </a:t>
            </a:r>
          </a:p>
          <a:p>
            <a:pPr marL="0" indent="0">
              <a:spcBef>
                <a:spcPts val="3000"/>
              </a:spcBef>
              <a:buSzTx/>
              <a:buNone/>
              <a:defRPr sz="2400">
                <a:solidFill>
                  <a:srgbClr val="FFFFFF"/>
                </a:solidFill>
              </a:defRPr>
            </a:pPr>
            <a:r>
              <a:t>Ut enim ad minima veniam, quis nostrum exercitationem ullam corporis suscipit laboriosam, nisi ut aliquid ex ea commodi consequatur? Qui dolorem ipsum quia dolor sit amet, consectetur, adipisci velit, sed quia non numquam eius modi tempora incidunt ut labore et dolore magnam aliquam quaerat voluptatem.</a:t>
            </a:r>
          </a:p>
        </p:txBody>
      </p:sp>
      <p:sp>
        <p:nvSpPr>
          <p:cNvPr id="94" name="Shape 94"/>
          <p:cNvSpPr>
            <a:spLocks noGrp="1"/>
          </p:cNvSpPr>
          <p:nvPr>
            <p:ph type="body" sz="quarter" idx="15"/>
          </p:nvPr>
        </p:nvSpPr>
        <p:spPr>
          <a:xfrm>
            <a:off x="7571772" y="3738562"/>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95" name="Shape 95"/>
          <p:cNvSpPr>
            <a:spLocks noGrp="1"/>
          </p:cNvSpPr>
          <p:nvPr>
            <p:ph type="body" sz="half" idx="16"/>
          </p:nvPr>
        </p:nvSpPr>
        <p:spPr>
          <a:xfrm>
            <a:off x="-19795" y="0"/>
            <a:ext cx="6362106" cy="10287001"/>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96" name="Shape 96"/>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19307900"/>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Double Column">
    <p:bg>
      <p:bgPr>
        <a:solidFill>
          <a:srgbClr val="000000"/>
        </a:solidFill>
        <a:effectLst/>
      </p:bgPr>
    </p:bg>
    <p:spTree>
      <p:nvGrpSpPr>
        <p:cNvPr id="1" name=""/>
        <p:cNvGrpSpPr/>
        <p:nvPr/>
      </p:nvGrpSpPr>
      <p:grpSpPr>
        <a:xfrm>
          <a:off x="0" y="0"/>
          <a:ext cx="0" cy="0"/>
          <a:chOff x="0" y="0"/>
          <a:chExt cx="0" cy="0"/>
        </a:xfrm>
      </p:grpSpPr>
      <p:sp>
        <p:nvSpPr>
          <p:cNvPr id="103" name="Shape 103"/>
          <p:cNvSpPr>
            <a:spLocks noGrp="1"/>
          </p:cNvSpPr>
          <p:nvPr>
            <p:ph type="body" sz="half" idx="13"/>
          </p:nvPr>
        </p:nvSpPr>
        <p:spPr>
          <a:xfrm>
            <a:off x="11372106" y="0"/>
            <a:ext cx="6963371" cy="10287001"/>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04" name="Shape 104"/>
          <p:cNvSpPr>
            <a:spLocks noGrp="1"/>
          </p:cNvSpPr>
          <p:nvPr>
            <p:ph type="body" sz="quarter" idx="14"/>
          </p:nvPr>
        </p:nvSpPr>
        <p:spPr>
          <a:xfrm>
            <a:off x="964882" y="1206392"/>
            <a:ext cx="7883568" cy="2564805"/>
          </a:xfrm>
          <a:prstGeom prst="rect">
            <a:avLst/>
          </a:prstGeom>
        </p:spPr>
        <p:txBody>
          <a:bodyPr wrap="none">
            <a:spAutoFit/>
          </a:bodyPr>
          <a:lstStyle>
            <a:lvl1pPr marL="0" indent="0">
              <a:lnSpc>
                <a:spcPct val="100000"/>
              </a:lnSpc>
              <a:spcBef>
                <a:spcPts val="0"/>
              </a:spcBef>
              <a:buSzTx/>
              <a:buNone/>
              <a:defRPr sz="8000" cap="all">
                <a:solidFill>
                  <a:srgbClr val="FFFFFF"/>
                </a:solidFill>
                <a:latin typeface="Montserrat SemiBold"/>
                <a:sym typeface="Montserrat SemiBold"/>
              </a:defRPr>
            </a:lvl1pPr>
          </a:lstStyle>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two column</a:t>
            </a:r>
          </a:p>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105" name="Shape 105"/>
          <p:cNvSpPr>
            <a:spLocks noGrp="1"/>
          </p:cNvSpPr>
          <p:nvPr>
            <p:ph type="body" sz="quarter" idx="15"/>
          </p:nvPr>
        </p:nvSpPr>
        <p:spPr>
          <a:xfrm>
            <a:off x="1034508" y="4099272"/>
            <a:ext cx="9397521" cy="763286"/>
          </a:xfrm>
          <a:prstGeom prst="rect">
            <a:avLst/>
          </a:prstGeom>
        </p:spPr>
        <p:txBody>
          <a:bodyPr anchor="t">
            <a:spAutoFit/>
          </a:bodyPr>
          <a:lstStyle>
            <a:lvl1pPr marL="0" indent="0">
              <a:spcBef>
                <a:spcPts val="2250"/>
              </a:spcBef>
              <a:buSzTx/>
              <a:buNone/>
              <a:defRPr b="1" i="1">
                <a:solidFill>
                  <a:srgbClr val="FFFFFF"/>
                </a:solidFill>
              </a:defRPr>
            </a:lvl1pPr>
          </a:lstStyle>
          <a:p>
            <a:r>
              <a:t>Sed ut perspiciatis unde omnis iste natus error sit voluptatem accusantium doloremque laudantium, totam rem aperiam, eaque ipsa quae inventore.</a:t>
            </a:r>
          </a:p>
        </p:txBody>
      </p:sp>
      <p:sp>
        <p:nvSpPr>
          <p:cNvPr id="106" name="Shape 106"/>
          <p:cNvSpPr>
            <a:spLocks noGrp="1"/>
          </p:cNvSpPr>
          <p:nvPr>
            <p:ph type="body" sz="quarter" idx="16"/>
          </p:nvPr>
        </p:nvSpPr>
        <p:spPr>
          <a:xfrm>
            <a:off x="1075722" y="3775045"/>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07" name="Shape 107"/>
          <p:cNvSpPr>
            <a:spLocks noGrp="1"/>
          </p:cNvSpPr>
          <p:nvPr>
            <p:ph type="body" sz="quarter" idx="17"/>
          </p:nvPr>
        </p:nvSpPr>
        <p:spPr>
          <a:xfrm>
            <a:off x="1072609" y="5251221"/>
            <a:ext cx="4283117" cy="3187026"/>
          </a:xfrm>
          <a:prstGeom prst="rect">
            <a:avLst/>
          </a:prstGeom>
        </p:spPr>
        <p:txBody>
          <a:bodyPr anchor="t">
            <a:spAutoFit/>
          </a:bodyPr>
          <a:lstStyle>
            <a:lvl1pPr marL="0" indent="0">
              <a:spcBef>
                <a:spcPts val="2250"/>
              </a:spcBef>
              <a:buSzTx/>
              <a:buNone/>
              <a:defRPr>
                <a:solidFill>
                  <a:srgbClr val="FFFFFF"/>
                </a:solidFill>
              </a:defRPr>
            </a:lvl1pPr>
          </a:lstStyle>
          <a:p>
            <a:r>
              <a:t>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a:t>
            </a:r>
          </a:p>
        </p:txBody>
      </p:sp>
      <p:sp>
        <p:nvSpPr>
          <p:cNvPr id="108" name="Shape 108"/>
          <p:cNvSpPr>
            <a:spLocks noGrp="1"/>
          </p:cNvSpPr>
          <p:nvPr>
            <p:ph type="body" sz="quarter" idx="18"/>
          </p:nvPr>
        </p:nvSpPr>
        <p:spPr>
          <a:xfrm>
            <a:off x="5968459" y="5251221"/>
            <a:ext cx="4283117" cy="2840778"/>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 sed quia non numquam eius modi tempora incidunt ut labore et dolore magnam aliquam quaerat .</a:t>
            </a:r>
          </a:p>
        </p:txBody>
      </p:sp>
      <p:sp>
        <p:nvSpPr>
          <p:cNvPr id="109" name="Shape 109"/>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509928831"/>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hree Column">
    <p:bg>
      <p:bgPr>
        <a:solidFill>
          <a:srgbClr val="000000"/>
        </a:solidFill>
        <a:effectLst/>
      </p:bgPr>
    </p:bg>
    <p:spTree>
      <p:nvGrpSpPr>
        <p:cNvPr id="1" name=""/>
        <p:cNvGrpSpPr/>
        <p:nvPr/>
      </p:nvGrpSpPr>
      <p:grpSpPr>
        <a:xfrm>
          <a:off x="0" y="0"/>
          <a:ext cx="0" cy="0"/>
          <a:chOff x="0" y="0"/>
          <a:chExt cx="0" cy="0"/>
        </a:xfrm>
      </p:grpSpPr>
      <p:sp>
        <p:nvSpPr>
          <p:cNvPr id="116" name="Shape 116"/>
          <p:cNvSpPr>
            <a:spLocks noGrp="1"/>
          </p:cNvSpPr>
          <p:nvPr>
            <p:ph type="body" sz="quarter" idx="13"/>
          </p:nvPr>
        </p:nvSpPr>
        <p:spPr>
          <a:xfrm>
            <a:off x="3462747" y="416104"/>
            <a:ext cx="11362507" cy="2564805"/>
          </a:xfrm>
          <a:prstGeom prst="rect">
            <a:avLst/>
          </a:prstGeom>
        </p:spPr>
        <p:txBody>
          <a:bodyPr>
            <a:spAutoFit/>
          </a:bodyPr>
          <a:lstStyle>
            <a:lvl1pPr marL="0" indent="0" algn="ctr">
              <a:lnSpc>
                <a:spcPct val="100000"/>
              </a:lnSpc>
              <a:spcBef>
                <a:spcPts val="0"/>
              </a:spcBef>
              <a:buSzTx/>
              <a:buNone/>
              <a:defRPr sz="8000" cap="all">
                <a:solidFill>
                  <a:srgbClr val="FFFFFF"/>
                </a:solidFill>
                <a:latin typeface="Montserrat SemiBold"/>
                <a:sym typeface="Montserrat SemiBold"/>
              </a:defRPr>
            </a:lvl1pPr>
          </a:lstStyle>
          <a:p>
            <a:pPr marL="0" indent="0" algn="ctr">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three column</a:t>
            </a:r>
          </a:p>
          <a:p>
            <a:pPr marL="0" indent="0" algn="ctr">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117" name="Shape 117"/>
          <p:cNvSpPr>
            <a:spLocks noGrp="1"/>
          </p:cNvSpPr>
          <p:nvPr>
            <p:ph type="body" sz="quarter" idx="14"/>
          </p:nvPr>
        </p:nvSpPr>
        <p:spPr>
          <a:xfrm>
            <a:off x="8962717" y="2984758"/>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18" name="Shape 118"/>
          <p:cNvSpPr>
            <a:spLocks noGrp="1"/>
          </p:cNvSpPr>
          <p:nvPr>
            <p:ph type="body" sz="quarter" idx="15"/>
          </p:nvPr>
        </p:nvSpPr>
        <p:spPr>
          <a:xfrm>
            <a:off x="6499923" y="3518535"/>
            <a:ext cx="5288154" cy="1802032"/>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19" name="Shape 119"/>
          <p:cNvSpPr>
            <a:spLocks noGrp="1"/>
          </p:cNvSpPr>
          <p:nvPr>
            <p:ph type="body" sz="quarter" idx="16"/>
          </p:nvPr>
        </p:nvSpPr>
        <p:spPr>
          <a:xfrm>
            <a:off x="994473" y="3518535"/>
            <a:ext cx="5288154" cy="1802032"/>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20" name="Shape 120"/>
          <p:cNvSpPr>
            <a:spLocks noGrp="1"/>
          </p:cNvSpPr>
          <p:nvPr>
            <p:ph type="body" sz="quarter" idx="17"/>
          </p:nvPr>
        </p:nvSpPr>
        <p:spPr>
          <a:xfrm>
            <a:off x="12005374" y="3518535"/>
            <a:ext cx="5288153" cy="1802032"/>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21" name="Shape 121"/>
          <p:cNvSpPr>
            <a:spLocks noGrp="1"/>
          </p:cNvSpPr>
          <p:nvPr>
            <p:ph type="body" idx="18"/>
          </p:nvPr>
        </p:nvSpPr>
        <p:spPr>
          <a:xfrm>
            <a:off x="0" y="6331069"/>
            <a:ext cx="18288001" cy="6495881"/>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22" name="Shape 122"/>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47606453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Listing">
    <p:spTree>
      <p:nvGrpSpPr>
        <p:cNvPr id="1" name=""/>
        <p:cNvGrpSpPr/>
        <p:nvPr/>
      </p:nvGrpSpPr>
      <p:grpSpPr>
        <a:xfrm>
          <a:off x="0" y="0"/>
          <a:ext cx="0" cy="0"/>
          <a:chOff x="0" y="0"/>
          <a:chExt cx="0" cy="0"/>
        </a:xfrm>
      </p:grpSpPr>
      <p:sp>
        <p:nvSpPr>
          <p:cNvPr id="129" name="Shape 129"/>
          <p:cNvSpPr>
            <a:spLocks noGrp="1"/>
          </p:cNvSpPr>
          <p:nvPr>
            <p:ph type="body" sz="quarter" idx="13"/>
          </p:nvPr>
        </p:nvSpPr>
        <p:spPr>
          <a:xfrm>
            <a:off x="926782" y="908801"/>
            <a:ext cx="3220433" cy="1025922"/>
          </a:xfrm>
          <a:prstGeom prst="rect">
            <a:avLst/>
          </a:prstGeom>
        </p:spPr>
        <p:txBody>
          <a:bodyPr wrap="none">
            <a:spAutoFit/>
          </a:bodyPr>
          <a:lstStyle>
            <a:lvl1pPr marL="0" indent="0">
              <a:lnSpc>
                <a:spcPct val="100000"/>
              </a:lnSpc>
              <a:spcBef>
                <a:spcPts val="0"/>
              </a:spcBef>
              <a:buSzTx/>
              <a:buNone/>
              <a:defRPr sz="6000" cap="all">
                <a:solidFill>
                  <a:srgbClr val="000000"/>
                </a:solidFill>
                <a:latin typeface="Montserrat SemiBold"/>
                <a:ea typeface="Montserrat SemiBold"/>
                <a:cs typeface="Montserrat SemiBold"/>
                <a:sym typeface="Montserrat SemiBold"/>
              </a:defRPr>
            </a:lvl1pPr>
          </a:lstStyle>
          <a:p>
            <a:r>
              <a:t>listing</a:t>
            </a:r>
          </a:p>
        </p:txBody>
      </p:sp>
      <p:sp>
        <p:nvSpPr>
          <p:cNvPr id="130" name="Shape 130"/>
          <p:cNvSpPr>
            <a:spLocks noGrp="1"/>
          </p:cNvSpPr>
          <p:nvPr>
            <p:ph type="body" sz="quarter" idx="14"/>
          </p:nvPr>
        </p:nvSpPr>
        <p:spPr>
          <a:xfrm>
            <a:off x="1037622" y="2155563"/>
            <a:ext cx="362566" cy="1"/>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31" name="Shape 131"/>
          <p:cNvSpPr>
            <a:spLocks noGrp="1"/>
          </p:cNvSpPr>
          <p:nvPr>
            <p:ph type="body" sz="quarter" idx="15"/>
          </p:nvPr>
        </p:nvSpPr>
        <p:spPr>
          <a:xfrm>
            <a:off x="1913994" y="357791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2" name="Shape 132"/>
          <p:cNvSpPr>
            <a:spLocks noGrp="1"/>
          </p:cNvSpPr>
          <p:nvPr>
            <p:ph type="body" sz="quarter" idx="16"/>
          </p:nvPr>
        </p:nvSpPr>
        <p:spPr>
          <a:xfrm>
            <a:off x="885748" y="284952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1</a:t>
            </a:r>
          </a:p>
        </p:txBody>
      </p:sp>
      <p:sp>
        <p:nvSpPr>
          <p:cNvPr id="133" name="Shape 133"/>
          <p:cNvSpPr>
            <a:spLocks noGrp="1"/>
          </p:cNvSpPr>
          <p:nvPr>
            <p:ph type="body" sz="quarter" idx="17"/>
          </p:nvPr>
        </p:nvSpPr>
        <p:spPr>
          <a:xfrm>
            <a:off x="1891306" y="303763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34" name="Shape 134"/>
          <p:cNvSpPr>
            <a:spLocks noGrp="1"/>
          </p:cNvSpPr>
          <p:nvPr>
            <p:ph type="body" sz="quarter" idx="18"/>
          </p:nvPr>
        </p:nvSpPr>
        <p:spPr>
          <a:xfrm>
            <a:off x="7481953" y="357791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5" name="Shape 135"/>
          <p:cNvSpPr>
            <a:spLocks noGrp="1"/>
          </p:cNvSpPr>
          <p:nvPr>
            <p:ph type="body" sz="quarter" idx="19"/>
          </p:nvPr>
        </p:nvSpPr>
        <p:spPr>
          <a:xfrm>
            <a:off x="6453708" y="284952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2</a:t>
            </a:r>
          </a:p>
        </p:txBody>
      </p:sp>
      <p:sp>
        <p:nvSpPr>
          <p:cNvPr id="136" name="Shape 136"/>
          <p:cNvSpPr>
            <a:spLocks noGrp="1"/>
          </p:cNvSpPr>
          <p:nvPr>
            <p:ph type="body" sz="quarter" idx="20"/>
          </p:nvPr>
        </p:nvSpPr>
        <p:spPr>
          <a:xfrm>
            <a:off x="7459265" y="303763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37" name="Shape 137"/>
          <p:cNvSpPr>
            <a:spLocks noGrp="1"/>
          </p:cNvSpPr>
          <p:nvPr>
            <p:ph type="body" sz="quarter" idx="21"/>
          </p:nvPr>
        </p:nvSpPr>
        <p:spPr>
          <a:xfrm>
            <a:off x="1913994" y="576866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8" name="Shape 138"/>
          <p:cNvSpPr>
            <a:spLocks noGrp="1"/>
          </p:cNvSpPr>
          <p:nvPr>
            <p:ph type="body" sz="quarter" idx="22"/>
          </p:nvPr>
        </p:nvSpPr>
        <p:spPr>
          <a:xfrm>
            <a:off x="885748" y="504027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3</a:t>
            </a:r>
          </a:p>
        </p:txBody>
      </p:sp>
      <p:sp>
        <p:nvSpPr>
          <p:cNvPr id="139" name="Shape 139"/>
          <p:cNvSpPr>
            <a:spLocks noGrp="1"/>
          </p:cNvSpPr>
          <p:nvPr>
            <p:ph type="body" sz="quarter" idx="23"/>
          </p:nvPr>
        </p:nvSpPr>
        <p:spPr>
          <a:xfrm>
            <a:off x="1891306" y="522838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0" name="Shape 140"/>
          <p:cNvSpPr>
            <a:spLocks noGrp="1"/>
          </p:cNvSpPr>
          <p:nvPr>
            <p:ph type="body" sz="quarter" idx="24"/>
          </p:nvPr>
        </p:nvSpPr>
        <p:spPr>
          <a:xfrm>
            <a:off x="7481953" y="576866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1" name="Shape 141"/>
          <p:cNvSpPr>
            <a:spLocks noGrp="1"/>
          </p:cNvSpPr>
          <p:nvPr>
            <p:ph type="body" sz="quarter" idx="25"/>
          </p:nvPr>
        </p:nvSpPr>
        <p:spPr>
          <a:xfrm>
            <a:off x="6453708" y="504027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4</a:t>
            </a:r>
          </a:p>
        </p:txBody>
      </p:sp>
      <p:sp>
        <p:nvSpPr>
          <p:cNvPr id="142" name="Shape 142"/>
          <p:cNvSpPr>
            <a:spLocks noGrp="1"/>
          </p:cNvSpPr>
          <p:nvPr>
            <p:ph type="body" sz="quarter" idx="26"/>
          </p:nvPr>
        </p:nvSpPr>
        <p:spPr>
          <a:xfrm>
            <a:off x="7459265" y="522838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3" name="Shape 143"/>
          <p:cNvSpPr>
            <a:spLocks noGrp="1"/>
          </p:cNvSpPr>
          <p:nvPr>
            <p:ph type="body" sz="quarter" idx="27"/>
          </p:nvPr>
        </p:nvSpPr>
        <p:spPr>
          <a:xfrm>
            <a:off x="1913994" y="795941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4" name="Shape 144"/>
          <p:cNvSpPr>
            <a:spLocks noGrp="1"/>
          </p:cNvSpPr>
          <p:nvPr>
            <p:ph type="body" sz="quarter" idx="28"/>
          </p:nvPr>
        </p:nvSpPr>
        <p:spPr>
          <a:xfrm>
            <a:off x="885748" y="723102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5</a:t>
            </a:r>
          </a:p>
        </p:txBody>
      </p:sp>
      <p:sp>
        <p:nvSpPr>
          <p:cNvPr id="145" name="Shape 145"/>
          <p:cNvSpPr>
            <a:spLocks noGrp="1"/>
          </p:cNvSpPr>
          <p:nvPr>
            <p:ph type="body" sz="quarter" idx="29"/>
          </p:nvPr>
        </p:nvSpPr>
        <p:spPr>
          <a:xfrm>
            <a:off x="1891306" y="741913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6" name="Shape 146"/>
          <p:cNvSpPr>
            <a:spLocks noGrp="1"/>
          </p:cNvSpPr>
          <p:nvPr>
            <p:ph type="body" sz="quarter" idx="30"/>
          </p:nvPr>
        </p:nvSpPr>
        <p:spPr>
          <a:xfrm>
            <a:off x="7481953" y="7959411"/>
            <a:ext cx="4396466"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7" name="Shape 147"/>
          <p:cNvSpPr>
            <a:spLocks noGrp="1"/>
          </p:cNvSpPr>
          <p:nvPr>
            <p:ph type="body" sz="quarter" idx="31"/>
          </p:nvPr>
        </p:nvSpPr>
        <p:spPr>
          <a:xfrm>
            <a:off x="6453708" y="7231022"/>
            <a:ext cx="839621" cy="1256754"/>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6</a:t>
            </a:r>
          </a:p>
        </p:txBody>
      </p:sp>
      <p:sp>
        <p:nvSpPr>
          <p:cNvPr id="148" name="Shape 148"/>
          <p:cNvSpPr>
            <a:spLocks noGrp="1"/>
          </p:cNvSpPr>
          <p:nvPr>
            <p:ph type="body" sz="quarter" idx="32"/>
          </p:nvPr>
        </p:nvSpPr>
        <p:spPr>
          <a:xfrm>
            <a:off x="7459265" y="7419132"/>
            <a:ext cx="4396466" cy="454740"/>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9" name="Shape 149"/>
          <p:cNvSpPr>
            <a:spLocks noGrp="1"/>
          </p:cNvSpPr>
          <p:nvPr>
            <p:ph type="body" sz="half" idx="33"/>
          </p:nvPr>
        </p:nvSpPr>
        <p:spPr>
          <a:xfrm>
            <a:off x="12531926" y="-1"/>
            <a:ext cx="6963371" cy="10287001"/>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50" name="Shape 150"/>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11271420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Image + Description">
    <p:spTree>
      <p:nvGrpSpPr>
        <p:cNvPr id="1" name=""/>
        <p:cNvGrpSpPr/>
        <p:nvPr/>
      </p:nvGrpSpPr>
      <p:grpSpPr>
        <a:xfrm>
          <a:off x="0" y="0"/>
          <a:ext cx="0" cy="0"/>
          <a:chOff x="0" y="0"/>
          <a:chExt cx="0" cy="0"/>
        </a:xfrm>
      </p:grpSpPr>
      <p:sp>
        <p:nvSpPr>
          <p:cNvPr id="157" name="Shape 157"/>
          <p:cNvSpPr>
            <a:spLocks noGrp="1"/>
          </p:cNvSpPr>
          <p:nvPr>
            <p:ph type="body" sz="quarter" idx="13"/>
          </p:nvPr>
        </p:nvSpPr>
        <p:spPr>
          <a:xfrm>
            <a:off x="789736" y="8254927"/>
            <a:ext cx="5278603"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58" name="Shape 158"/>
          <p:cNvSpPr>
            <a:spLocks noGrp="1"/>
          </p:cNvSpPr>
          <p:nvPr>
            <p:ph type="body" sz="quarter" idx="14"/>
          </p:nvPr>
        </p:nvSpPr>
        <p:spPr>
          <a:xfrm>
            <a:off x="767048" y="7546971"/>
            <a:ext cx="5323980" cy="580544"/>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59" name="Shape 159"/>
          <p:cNvSpPr>
            <a:spLocks noGrp="1"/>
          </p:cNvSpPr>
          <p:nvPr>
            <p:ph type="body" sz="quarter" idx="15"/>
          </p:nvPr>
        </p:nvSpPr>
        <p:spPr>
          <a:xfrm>
            <a:off x="833095" y="841606"/>
            <a:ext cx="7692101" cy="1083630"/>
          </a:xfrm>
          <a:prstGeom prst="rect">
            <a:avLst/>
          </a:prstGeom>
        </p:spPr>
        <p:txBody>
          <a:bodyPr>
            <a:spAutoFit/>
          </a:bodyPr>
          <a:lstStyle>
            <a:lvl1pPr marL="0" indent="0">
              <a:lnSpc>
                <a:spcPct val="100000"/>
              </a:lnSpc>
              <a:spcBef>
                <a:spcPts val="0"/>
              </a:spcBef>
              <a:buSzTx/>
              <a:buNone/>
              <a:defRPr sz="6375" cap="all">
                <a:solidFill>
                  <a:srgbClr val="000000"/>
                </a:solidFill>
                <a:latin typeface="Montserrat SemiBold"/>
                <a:ea typeface="Montserrat SemiBold"/>
                <a:cs typeface="Montserrat SemiBold"/>
                <a:sym typeface="Montserrat SemiBold"/>
              </a:defRPr>
            </a:lvl1pPr>
          </a:lstStyle>
          <a:p>
            <a:r>
              <a:t>Title goes here</a:t>
            </a:r>
          </a:p>
        </p:txBody>
      </p:sp>
      <p:sp>
        <p:nvSpPr>
          <p:cNvPr id="160" name="Shape 160"/>
          <p:cNvSpPr>
            <a:spLocks noGrp="1"/>
          </p:cNvSpPr>
          <p:nvPr>
            <p:ph type="body" sz="quarter" idx="16"/>
          </p:nvPr>
        </p:nvSpPr>
        <p:spPr>
          <a:xfrm>
            <a:off x="826811" y="2307036"/>
            <a:ext cx="11000177" cy="763286"/>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 qui ratione voluptatem sequi nesciunt.</a:t>
            </a:r>
          </a:p>
        </p:txBody>
      </p:sp>
      <p:sp>
        <p:nvSpPr>
          <p:cNvPr id="161" name="Shape 161"/>
          <p:cNvSpPr>
            <a:spLocks noGrp="1"/>
          </p:cNvSpPr>
          <p:nvPr>
            <p:ph type="body" sz="quarter" idx="17"/>
          </p:nvPr>
        </p:nvSpPr>
        <p:spPr>
          <a:xfrm>
            <a:off x="904272" y="2026284"/>
            <a:ext cx="362566" cy="1"/>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62" name="Shape 162"/>
          <p:cNvSpPr>
            <a:spLocks noGrp="1"/>
          </p:cNvSpPr>
          <p:nvPr>
            <p:ph type="body" sz="quarter" idx="18"/>
          </p:nvPr>
        </p:nvSpPr>
        <p:spPr>
          <a:xfrm>
            <a:off x="6571279" y="8254926"/>
            <a:ext cx="5278603"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63" name="Shape 163"/>
          <p:cNvSpPr>
            <a:spLocks noGrp="1"/>
          </p:cNvSpPr>
          <p:nvPr>
            <p:ph type="body" sz="quarter" idx="19"/>
          </p:nvPr>
        </p:nvSpPr>
        <p:spPr>
          <a:xfrm>
            <a:off x="6548591" y="7546971"/>
            <a:ext cx="5323979" cy="580544"/>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64" name="Shape 164"/>
          <p:cNvSpPr>
            <a:spLocks noGrp="1"/>
          </p:cNvSpPr>
          <p:nvPr>
            <p:ph type="body" sz="quarter" idx="20"/>
          </p:nvPr>
        </p:nvSpPr>
        <p:spPr>
          <a:xfrm>
            <a:off x="12219661" y="8254926"/>
            <a:ext cx="5278602" cy="1109535"/>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65" name="Shape 165"/>
          <p:cNvSpPr>
            <a:spLocks noGrp="1"/>
          </p:cNvSpPr>
          <p:nvPr>
            <p:ph type="body" sz="quarter" idx="21"/>
          </p:nvPr>
        </p:nvSpPr>
        <p:spPr>
          <a:xfrm>
            <a:off x="12196973" y="7546971"/>
            <a:ext cx="5323979" cy="580544"/>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66" name="Shape 166"/>
          <p:cNvSpPr/>
          <p:nvPr/>
        </p:nvSpPr>
        <p:spPr>
          <a:xfrm>
            <a:off x="13917282" y="-1534841"/>
            <a:ext cx="4953342" cy="4953342"/>
          </a:xfrm>
          <a:prstGeom prst="line">
            <a:avLst/>
          </a:prstGeom>
          <a:ln w="12700">
            <a:solidFill>
              <a:srgbClr val="DCDEE0"/>
            </a:solidFill>
            <a:miter lim="400000"/>
          </a:ln>
        </p:spPr>
        <p:txBody>
          <a:bodyPr lIns="38100" tIns="38100" rIns="38100" bIns="38100" anchor="ctr"/>
          <a:lstStyle/>
          <a:p>
            <a:pPr>
              <a:defRPr sz="3200"/>
            </a:pPr>
            <a:endParaRPr sz="2400" dirty="0"/>
          </a:p>
        </p:txBody>
      </p:sp>
      <p:sp>
        <p:nvSpPr>
          <p:cNvPr id="167" name="Shape 167"/>
          <p:cNvSpPr>
            <a:spLocks noGrp="1"/>
          </p:cNvSpPr>
          <p:nvPr>
            <p:ph type="body" sz="quarter" idx="22"/>
          </p:nvPr>
        </p:nvSpPr>
        <p:spPr>
          <a:xfrm>
            <a:off x="820526" y="3640020"/>
            <a:ext cx="5217023"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68" name="Shape 168"/>
          <p:cNvSpPr>
            <a:spLocks noGrp="1"/>
          </p:cNvSpPr>
          <p:nvPr>
            <p:ph type="body" sz="quarter" idx="23"/>
          </p:nvPr>
        </p:nvSpPr>
        <p:spPr>
          <a:xfrm>
            <a:off x="6535489" y="3640020"/>
            <a:ext cx="5217023"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69" name="Shape 169"/>
          <p:cNvSpPr>
            <a:spLocks noGrp="1"/>
          </p:cNvSpPr>
          <p:nvPr>
            <p:ph type="body" sz="quarter" idx="24"/>
          </p:nvPr>
        </p:nvSpPr>
        <p:spPr>
          <a:xfrm>
            <a:off x="12250452" y="3640020"/>
            <a:ext cx="5217022"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70" name="Shape 170"/>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3863886"/>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Quote">
    <p:bg>
      <p:bgPr>
        <a:solidFill>
          <a:srgbClr val="000000"/>
        </a:solidFill>
        <a:effectLst/>
      </p:bgPr>
    </p:bg>
    <p:spTree>
      <p:nvGrpSpPr>
        <p:cNvPr id="1" name=""/>
        <p:cNvGrpSpPr/>
        <p:nvPr/>
      </p:nvGrpSpPr>
      <p:grpSpPr>
        <a:xfrm>
          <a:off x="0" y="0"/>
          <a:ext cx="0" cy="0"/>
          <a:chOff x="0" y="0"/>
          <a:chExt cx="0" cy="0"/>
        </a:xfrm>
      </p:grpSpPr>
      <p:sp>
        <p:nvSpPr>
          <p:cNvPr id="177" name="Shape 177"/>
          <p:cNvSpPr>
            <a:spLocks noGrp="1"/>
          </p:cNvSpPr>
          <p:nvPr>
            <p:ph type="body" idx="13"/>
          </p:nvPr>
        </p:nvSpPr>
        <p:spPr>
          <a:xfrm>
            <a:off x="-1" y="-47551"/>
            <a:ext cx="18288001" cy="10382102"/>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78" name="Shape 178"/>
          <p:cNvSpPr>
            <a:spLocks noGrp="1"/>
          </p:cNvSpPr>
          <p:nvPr>
            <p:ph type="body" sz="quarter" idx="14"/>
          </p:nvPr>
        </p:nvSpPr>
        <p:spPr>
          <a:xfrm>
            <a:off x="3786191" y="3994785"/>
            <a:ext cx="10715618" cy="1310936"/>
          </a:xfrm>
          <a:prstGeom prst="rect">
            <a:avLst/>
          </a:prstGeom>
        </p:spPr>
        <p:txBody>
          <a:bodyPr anchor="t">
            <a:spAutoFit/>
          </a:bodyPr>
          <a:lstStyle>
            <a:lvl1pPr marL="0" indent="0" algn="ctr">
              <a:spcBef>
                <a:spcPts val="2250"/>
              </a:spcBef>
              <a:buSzTx/>
              <a:buNone/>
              <a:defRPr sz="2250">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79" name="Shape 179"/>
          <p:cNvSpPr>
            <a:spLocks noGrp="1"/>
          </p:cNvSpPr>
          <p:nvPr>
            <p:ph type="body" sz="quarter" idx="15"/>
          </p:nvPr>
        </p:nvSpPr>
        <p:spPr>
          <a:xfrm>
            <a:off x="3171390" y="2566988"/>
            <a:ext cx="1952179" cy="3565079"/>
          </a:xfrm>
          <a:prstGeom prst="rect">
            <a:avLst/>
          </a:prstGeom>
        </p:spPr>
        <p:txBody>
          <a:bodyPr anchor="t">
            <a:spAutoFit/>
          </a:bodyPr>
          <a:lstStyle>
            <a:lvl1pPr marL="0" indent="0">
              <a:lnSpc>
                <a:spcPct val="100000"/>
              </a:lnSpc>
              <a:spcBef>
                <a:spcPts val="4425"/>
              </a:spcBef>
              <a:buSzTx/>
              <a:buNone/>
              <a:defRPr sz="22500" i="1">
                <a:solidFill>
                  <a:srgbClr val="FFFFFF"/>
                </a:solidFill>
              </a:defRPr>
            </a:lvl1pPr>
          </a:lstStyle>
          <a:p>
            <a:r>
              <a:t>“</a:t>
            </a:r>
          </a:p>
        </p:txBody>
      </p:sp>
      <p:sp>
        <p:nvSpPr>
          <p:cNvPr id="180" name="Shape 180"/>
          <p:cNvSpPr>
            <a:spLocks noGrp="1"/>
          </p:cNvSpPr>
          <p:nvPr>
            <p:ph type="body" sz="quarter" idx="16"/>
          </p:nvPr>
        </p:nvSpPr>
        <p:spPr>
          <a:xfrm>
            <a:off x="3560196" y="6204585"/>
            <a:ext cx="11167608" cy="1089209"/>
          </a:xfrm>
          <a:prstGeom prst="rect">
            <a:avLst/>
          </a:prstGeom>
        </p:spPr>
        <p:txBody>
          <a:bodyPr anchor="t">
            <a:spAutoFit/>
          </a:bodyPr>
          <a:lstStyle>
            <a:lvl1pPr marL="0" indent="0" algn="ctr">
              <a:spcBef>
                <a:spcPts val="2250"/>
              </a:spcBef>
              <a:buSzTx/>
              <a:buNone/>
              <a:defRPr sz="2800" i="1">
                <a:solidFill>
                  <a:srgbClr val="FFFFFF"/>
                </a:solidFill>
              </a:defRPr>
            </a:lvl1pPr>
          </a:lstStyle>
          <a:p>
            <a:pPr marL="0" indent="0" algn="ctr">
              <a:spcBef>
                <a:spcPts val="3000"/>
              </a:spcBef>
              <a:buSzTx/>
              <a:buNone/>
              <a:defRPr sz="2800" i="1">
                <a:solidFill>
                  <a:srgbClr val="FFFFFF"/>
                </a:solidFill>
              </a:defRPr>
            </a:pPr>
            <a:r>
              <a:t>- Jonathan Thorn -</a:t>
            </a:r>
            <a:br/>
            <a:r>
              <a:t>Founder of Caffeine Cafe</a:t>
            </a:r>
          </a:p>
        </p:txBody>
      </p:sp>
      <p:sp>
        <p:nvSpPr>
          <p:cNvPr id="181" name="Shape 181"/>
          <p:cNvSpPr>
            <a:spLocks noGrp="1"/>
          </p:cNvSpPr>
          <p:nvPr>
            <p:ph type="body" sz="quarter" idx="17"/>
          </p:nvPr>
        </p:nvSpPr>
        <p:spPr>
          <a:xfrm>
            <a:off x="14029888" y="4319588"/>
            <a:ext cx="1952180" cy="3565079"/>
          </a:xfrm>
          <a:prstGeom prst="rect">
            <a:avLst/>
          </a:prstGeom>
        </p:spPr>
        <p:txBody>
          <a:bodyPr anchor="t">
            <a:spAutoFit/>
          </a:bodyPr>
          <a:lstStyle>
            <a:lvl1pPr marL="0" indent="0">
              <a:lnSpc>
                <a:spcPct val="100000"/>
              </a:lnSpc>
              <a:spcBef>
                <a:spcPts val="4425"/>
              </a:spcBef>
              <a:buSzTx/>
              <a:buNone/>
              <a:defRPr sz="22500" i="1">
                <a:solidFill>
                  <a:srgbClr val="FFFFFF"/>
                </a:solidFill>
              </a:defRPr>
            </a:lvl1pPr>
          </a:lstStyle>
          <a:p>
            <a:r>
              <a:t>”</a:t>
            </a:r>
          </a:p>
        </p:txBody>
      </p:sp>
      <p:sp>
        <p:nvSpPr>
          <p:cNvPr id="182" name="Shape 182"/>
          <p:cNvSpPr>
            <a:spLocks noGrp="1"/>
          </p:cNvSpPr>
          <p:nvPr>
            <p:ph type="body" sz="quarter" idx="18"/>
          </p:nvPr>
        </p:nvSpPr>
        <p:spPr>
          <a:xfrm>
            <a:off x="8962717" y="5801677"/>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83" name="Shape 183"/>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690842709"/>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hank You">
    <p:spTree>
      <p:nvGrpSpPr>
        <p:cNvPr id="1" name=""/>
        <p:cNvGrpSpPr/>
        <p:nvPr/>
      </p:nvGrpSpPr>
      <p:grpSpPr>
        <a:xfrm>
          <a:off x="0" y="0"/>
          <a:ext cx="0" cy="0"/>
          <a:chOff x="0" y="0"/>
          <a:chExt cx="0" cy="0"/>
        </a:xfrm>
      </p:grpSpPr>
      <p:sp>
        <p:nvSpPr>
          <p:cNvPr id="190" name="Shape 190"/>
          <p:cNvSpPr>
            <a:spLocks noGrp="1"/>
          </p:cNvSpPr>
          <p:nvPr>
            <p:ph type="body" idx="13"/>
          </p:nvPr>
        </p:nvSpPr>
        <p:spPr>
          <a:xfrm>
            <a:off x="-1" y="-47551"/>
            <a:ext cx="18288001" cy="10382102"/>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91" name="Shape 191"/>
          <p:cNvSpPr>
            <a:spLocks noGrp="1"/>
          </p:cNvSpPr>
          <p:nvPr>
            <p:ph type="body" sz="quarter" idx="14"/>
          </p:nvPr>
        </p:nvSpPr>
        <p:spPr>
          <a:xfrm>
            <a:off x="1437967" y="3005629"/>
            <a:ext cx="362566" cy="1"/>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92" name="Shape 192"/>
          <p:cNvSpPr>
            <a:spLocks noGrp="1"/>
          </p:cNvSpPr>
          <p:nvPr>
            <p:ph type="body" sz="quarter" idx="15"/>
          </p:nvPr>
        </p:nvSpPr>
        <p:spPr>
          <a:xfrm>
            <a:off x="1340343" y="1549741"/>
            <a:ext cx="7530114" cy="1256754"/>
          </a:xfrm>
          <a:prstGeom prst="rect">
            <a:avLst/>
          </a:prstGeom>
        </p:spPr>
        <p:txBody>
          <a:bodyPr>
            <a:spAutoFit/>
          </a:bodyPr>
          <a:lstStyle>
            <a:lvl1pPr marL="0" indent="0">
              <a:lnSpc>
                <a:spcPct val="100000"/>
              </a:lnSpc>
              <a:spcBef>
                <a:spcPts val="0"/>
              </a:spcBef>
              <a:buSzTx/>
              <a:buNone/>
              <a:defRPr sz="7500" cap="all">
                <a:solidFill>
                  <a:srgbClr val="FFFFFF"/>
                </a:solidFill>
                <a:latin typeface="Montserrat SemiBold"/>
                <a:ea typeface="Montserrat SemiBold"/>
                <a:cs typeface="Montserrat SemiBold"/>
                <a:sym typeface="Montserrat SemiBold"/>
              </a:defRPr>
            </a:lvl1pPr>
          </a:lstStyle>
          <a:p>
            <a:r>
              <a:t>say hello!</a:t>
            </a:r>
          </a:p>
        </p:txBody>
      </p:sp>
      <p:sp>
        <p:nvSpPr>
          <p:cNvPr id="193" name="Shape 193"/>
          <p:cNvSpPr>
            <a:spLocks noGrp="1"/>
          </p:cNvSpPr>
          <p:nvPr>
            <p:ph type="body" sz="quarter" idx="16"/>
          </p:nvPr>
        </p:nvSpPr>
        <p:spPr>
          <a:xfrm>
            <a:off x="3372837" y="6122314"/>
            <a:ext cx="8971361" cy="417037"/>
          </a:xfrm>
          <a:prstGeom prst="rect">
            <a:avLst/>
          </a:prstGeom>
        </p:spPr>
        <p:txBody>
          <a:bodyPr anchor="t">
            <a:spAutoFit/>
          </a:bodyPr>
          <a:lstStyle>
            <a:lvl1pPr marL="0" indent="0">
              <a:spcBef>
                <a:spcPts val="4425"/>
              </a:spcBef>
              <a:buSzTx/>
              <a:buNone/>
              <a:defRPr u="sng">
                <a:solidFill>
                  <a:srgbClr val="FFFFFF"/>
                </a:solidFill>
                <a:hlinkClick r:id="rId2"/>
              </a:defRPr>
            </a:lvl1pPr>
          </a:lstStyle>
          <a:p>
            <a:pPr>
              <a:defRPr u="none"/>
            </a:pPr>
            <a:r>
              <a:rPr u="sng">
                <a:hlinkClick r:id="rId2"/>
              </a:rPr>
              <a:t>www.caffeine.com</a:t>
            </a:r>
          </a:p>
        </p:txBody>
      </p:sp>
      <p:sp>
        <p:nvSpPr>
          <p:cNvPr id="194" name="Shape 194"/>
          <p:cNvSpPr>
            <a:spLocks noGrp="1"/>
          </p:cNvSpPr>
          <p:nvPr>
            <p:ph type="body" sz="quarter" idx="17"/>
          </p:nvPr>
        </p:nvSpPr>
        <p:spPr>
          <a:xfrm>
            <a:off x="1345690" y="3286617"/>
            <a:ext cx="10282454" cy="816121"/>
          </a:xfrm>
          <a:prstGeom prst="rect">
            <a:avLst/>
          </a:prstGeom>
        </p:spPr>
        <p:txBody>
          <a:bodyPr anchor="t">
            <a:spAutoFit/>
          </a:bodyPr>
          <a:lstStyle>
            <a:lvl1pPr marL="0" indent="0">
              <a:spcBef>
                <a:spcPts val="2250"/>
              </a:spcBef>
              <a:buSzTx/>
              <a:buNone/>
              <a:defRPr sz="2025">
                <a:solidFill>
                  <a:srgbClr val="FFFFFF"/>
                </a:solidFill>
              </a:defRPr>
            </a:lvl1pPr>
          </a:lstStyle>
          <a:p>
            <a:r>
              <a:t>Nemo enim ipsam voluptatem quia voluptas sit aspernatur aut odit aut fugit, sed quia consequuntur magni dolores eos qui ratione voluptatem sequi nesciunt.</a:t>
            </a:r>
          </a:p>
        </p:txBody>
      </p:sp>
      <p:sp>
        <p:nvSpPr>
          <p:cNvPr id="195" name="Shape 195"/>
          <p:cNvSpPr>
            <a:spLocks noGrp="1"/>
          </p:cNvSpPr>
          <p:nvPr>
            <p:ph type="body" sz="half" idx="18"/>
          </p:nvPr>
        </p:nvSpPr>
        <p:spPr>
          <a:xfrm flipV="1">
            <a:off x="11215499" y="3505491"/>
            <a:ext cx="7842811" cy="7842811"/>
          </a:xfrm>
          <a:prstGeom prst="line">
            <a:avLst/>
          </a:prstGeom>
          <a:ln>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96" name="Shape 196"/>
          <p:cNvSpPr>
            <a:spLocks noGrp="1"/>
          </p:cNvSpPr>
          <p:nvPr>
            <p:ph type="body" sz="quarter" idx="19"/>
          </p:nvPr>
        </p:nvSpPr>
        <p:spPr>
          <a:xfrm>
            <a:off x="3372837" y="4627527"/>
            <a:ext cx="8971361" cy="417037"/>
          </a:xfrm>
          <a:prstGeom prst="rect">
            <a:avLst/>
          </a:prstGeom>
        </p:spPr>
        <p:txBody>
          <a:bodyPr anchor="t">
            <a:spAutoFit/>
          </a:bodyPr>
          <a:lstStyle>
            <a:lvl1pPr marL="0" indent="0">
              <a:spcBef>
                <a:spcPts val="4425"/>
              </a:spcBef>
              <a:buSzTx/>
              <a:buNone/>
              <a:defRPr>
                <a:solidFill>
                  <a:srgbClr val="FFFFFF"/>
                </a:solidFill>
              </a:defRPr>
            </a:lvl1pPr>
          </a:lstStyle>
          <a:p>
            <a:r>
              <a:t>12A, North Bridge Road, 548 128, Singapore City</a:t>
            </a:r>
          </a:p>
        </p:txBody>
      </p:sp>
      <p:sp>
        <p:nvSpPr>
          <p:cNvPr id="197" name="Shape 197"/>
          <p:cNvSpPr>
            <a:spLocks noGrp="1"/>
          </p:cNvSpPr>
          <p:nvPr>
            <p:ph type="body" sz="quarter" idx="20"/>
          </p:nvPr>
        </p:nvSpPr>
        <p:spPr>
          <a:xfrm>
            <a:off x="3372837" y="5125789"/>
            <a:ext cx="8971361" cy="417037"/>
          </a:xfrm>
          <a:prstGeom prst="rect">
            <a:avLst/>
          </a:prstGeom>
        </p:spPr>
        <p:txBody>
          <a:bodyPr anchor="t">
            <a:spAutoFit/>
          </a:bodyPr>
          <a:lstStyle>
            <a:lvl1pPr marL="0" indent="0">
              <a:spcBef>
                <a:spcPts val="4425"/>
              </a:spcBef>
              <a:buSzTx/>
              <a:buNone/>
              <a:defRPr>
                <a:solidFill>
                  <a:srgbClr val="FFFFFF"/>
                </a:solidFill>
              </a:defRPr>
            </a:lvl1pPr>
          </a:lstStyle>
          <a:p>
            <a:r>
              <a:t>+65 8392 1384</a:t>
            </a:r>
          </a:p>
        </p:txBody>
      </p:sp>
      <p:sp>
        <p:nvSpPr>
          <p:cNvPr id="198" name="Shape 198"/>
          <p:cNvSpPr>
            <a:spLocks noGrp="1"/>
          </p:cNvSpPr>
          <p:nvPr>
            <p:ph type="body" sz="quarter" idx="21"/>
          </p:nvPr>
        </p:nvSpPr>
        <p:spPr>
          <a:xfrm>
            <a:off x="3372837" y="5624052"/>
            <a:ext cx="8971361" cy="417037"/>
          </a:xfrm>
          <a:prstGeom prst="rect">
            <a:avLst/>
          </a:prstGeom>
        </p:spPr>
        <p:txBody>
          <a:bodyPr anchor="t">
            <a:spAutoFit/>
          </a:bodyPr>
          <a:lstStyle>
            <a:lvl1pPr marL="0" indent="0">
              <a:spcBef>
                <a:spcPts val="4425"/>
              </a:spcBef>
              <a:buSzTx/>
              <a:buNone/>
              <a:defRPr u="sng">
                <a:solidFill>
                  <a:srgbClr val="FFFFFF"/>
                </a:solidFill>
                <a:hlinkClick r:id="rId3"/>
              </a:defRPr>
            </a:lvl1pPr>
          </a:lstStyle>
          <a:p>
            <a:pPr>
              <a:defRPr u="none"/>
            </a:pPr>
            <a:r>
              <a:rPr u="sng">
                <a:hlinkClick r:id="rId3"/>
              </a:rPr>
              <a:t>hello@caffeine.com</a:t>
            </a:r>
          </a:p>
        </p:txBody>
      </p:sp>
      <p:sp>
        <p:nvSpPr>
          <p:cNvPr id="199" name="Shape 199"/>
          <p:cNvSpPr>
            <a:spLocks noGrp="1"/>
          </p:cNvSpPr>
          <p:nvPr>
            <p:ph type="body" sz="quarter" idx="22"/>
          </p:nvPr>
        </p:nvSpPr>
        <p:spPr>
          <a:xfrm>
            <a:off x="1353538" y="4627527"/>
            <a:ext cx="1636664" cy="417037"/>
          </a:xfrm>
          <a:prstGeom prst="rect">
            <a:avLst/>
          </a:prstGeom>
        </p:spPr>
        <p:txBody>
          <a:bodyPr anchor="t">
            <a:spAutoFit/>
          </a:bodyPr>
          <a:lstStyle>
            <a:lvl1pPr marL="0" indent="0">
              <a:spcBef>
                <a:spcPts val="4425"/>
              </a:spcBef>
              <a:buSzTx/>
              <a:buNone/>
              <a:defRPr b="1">
                <a:solidFill>
                  <a:srgbClr val="FFFFFF"/>
                </a:solidFill>
              </a:defRPr>
            </a:lvl1pPr>
          </a:lstStyle>
          <a:p>
            <a:r>
              <a:t>Location</a:t>
            </a:r>
          </a:p>
        </p:txBody>
      </p:sp>
      <p:sp>
        <p:nvSpPr>
          <p:cNvPr id="200" name="Shape 200"/>
          <p:cNvSpPr>
            <a:spLocks noGrp="1"/>
          </p:cNvSpPr>
          <p:nvPr>
            <p:ph type="body" sz="quarter" idx="23"/>
          </p:nvPr>
        </p:nvSpPr>
        <p:spPr>
          <a:xfrm>
            <a:off x="1353538" y="5125789"/>
            <a:ext cx="1636664" cy="417037"/>
          </a:xfrm>
          <a:prstGeom prst="rect">
            <a:avLst/>
          </a:prstGeom>
        </p:spPr>
        <p:txBody>
          <a:bodyPr anchor="t">
            <a:spAutoFit/>
          </a:bodyPr>
          <a:lstStyle>
            <a:lvl1pPr marL="0" indent="0">
              <a:spcBef>
                <a:spcPts val="4425"/>
              </a:spcBef>
              <a:buSzTx/>
              <a:buNone/>
              <a:defRPr b="1">
                <a:solidFill>
                  <a:srgbClr val="FFFFFF"/>
                </a:solidFill>
              </a:defRPr>
            </a:lvl1pPr>
          </a:lstStyle>
          <a:p>
            <a:r>
              <a:t>Reservation</a:t>
            </a:r>
          </a:p>
        </p:txBody>
      </p:sp>
      <p:sp>
        <p:nvSpPr>
          <p:cNvPr id="201" name="Shape 201"/>
          <p:cNvSpPr>
            <a:spLocks noGrp="1"/>
          </p:cNvSpPr>
          <p:nvPr>
            <p:ph type="body" sz="quarter" idx="24"/>
          </p:nvPr>
        </p:nvSpPr>
        <p:spPr>
          <a:xfrm>
            <a:off x="1353538" y="5624052"/>
            <a:ext cx="1636664" cy="417037"/>
          </a:xfrm>
          <a:prstGeom prst="rect">
            <a:avLst/>
          </a:prstGeom>
        </p:spPr>
        <p:txBody>
          <a:bodyPr anchor="t">
            <a:spAutoFit/>
          </a:bodyPr>
          <a:lstStyle>
            <a:lvl1pPr marL="0" indent="0">
              <a:spcBef>
                <a:spcPts val="4425"/>
              </a:spcBef>
              <a:buSzTx/>
              <a:buNone/>
              <a:defRPr b="1">
                <a:solidFill>
                  <a:srgbClr val="FFFFFF"/>
                </a:solidFill>
              </a:defRPr>
            </a:lvl1pPr>
          </a:lstStyle>
          <a:p>
            <a:r>
              <a:t>Email Us</a:t>
            </a:r>
          </a:p>
        </p:txBody>
      </p:sp>
      <p:sp>
        <p:nvSpPr>
          <p:cNvPr id="202" name="Shape 202"/>
          <p:cNvSpPr>
            <a:spLocks noGrp="1"/>
          </p:cNvSpPr>
          <p:nvPr>
            <p:ph type="body" sz="quarter" idx="25"/>
          </p:nvPr>
        </p:nvSpPr>
        <p:spPr>
          <a:xfrm>
            <a:off x="1353538" y="6122314"/>
            <a:ext cx="1636664" cy="417037"/>
          </a:xfrm>
          <a:prstGeom prst="rect">
            <a:avLst/>
          </a:prstGeom>
        </p:spPr>
        <p:txBody>
          <a:bodyPr anchor="t">
            <a:spAutoFit/>
          </a:bodyPr>
          <a:lstStyle>
            <a:lvl1pPr marL="0" indent="0">
              <a:spcBef>
                <a:spcPts val="4425"/>
              </a:spcBef>
              <a:buSzTx/>
              <a:buNone/>
              <a:defRPr b="1">
                <a:solidFill>
                  <a:srgbClr val="FFFFFF"/>
                </a:solidFill>
              </a:defRPr>
            </a:lvl1pPr>
          </a:lstStyle>
          <a:p>
            <a:r>
              <a:t>Our Website</a:t>
            </a:r>
          </a:p>
        </p:txBody>
      </p:sp>
      <p:sp>
        <p:nvSpPr>
          <p:cNvPr id="203" name="Shape 203"/>
          <p:cNvSpPr>
            <a:spLocks noGrp="1"/>
          </p:cNvSpPr>
          <p:nvPr>
            <p:ph type="body" sz="quarter" idx="26"/>
          </p:nvPr>
        </p:nvSpPr>
        <p:spPr>
          <a:xfrm>
            <a:off x="1351445" y="6985488"/>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4" name="Shape 204"/>
          <p:cNvSpPr>
            <a:spLocks noGrp="1"/>
          </p:cNvSpPr>
          <p:nvPr>
            <p:ph type="pic" sz="quarter" idx="27"/>
          </p:nvPr>
        </p:nvSpPr>
        <p:spPr>
          <a:xfrm>
            <a:off x="1426961" y="7047923"/>
            <a:ext cx="274836" cy="274836"/>
          </a:xfrm>
          <a:prstGeom prst="rect">
            <a:avLst/>
          </a:prstGeom>
        </p:spPr>
        <p:txBody>
          <a:bodyPr lIns="91439" tIns="45719" rIns="91439" bIns="45719" anchor="t">
            <a:noAutofit/>
          </a:bodyPr>
          <a:lstStyle/>
          <a:p>
            <a:endParaRPr dirty="0"/>
          </a:p>
        </p:txBody>
      </p:sp>
      <p:sp>
        <p:nvSpPr>
          <p:cNvPr id="205" name="Shape 205"/>
          <p:cNvSpPr>
            <a:spLocks noGrp="1"/>
          </p:cNvSpPr>
          <p:nvPr>
            <p:ph type="body" sz="quarter" idx="28"/>
          </p:nvPr>
        </p:nvSpPr>
        <p:spPr>
          <a:xfrm>
            <a:off x="1351445" y="7676354"/>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6" name="Shape 206"/>
          <p:cNvSpPr>
            <a:spLocks noGrp="1"/>
          </p:cNvSpPr>
          <p:nvPr>
            <p:ph type="pic" sz="quarter" idx="29"/>
          </p:nvPr>
        </p:nvSpPr>
        <p:spPr>
          <a:xfrm>
            <a:off x="1434436" y="7759345"/>
            <a:ext cx="259886" cy="259886"/>
          </a:xfrm>
          <a:prstGeom prst="rect">
            <a:avLst/>
          </a:prstGeom>
        </p:spPr>
        <p:txBody>
          <a:bodyPr lIns="91439" tIns="45719" rIns="91439" bIns="45719" anchor="t">
            <a:noAutofit/>
          </a:bodyPr>
          <a:lstStyle/>
          <a:p>
            <a:endParaRPr dirty="0"/>
          </a:p>
        </p:txBody>
      </p:sp>
      <p:sp>
        <p:nvSpPr>
          <p:cNvPr id="207" name="Shape 207"/>
          <p:cNvSpPr>
            <a:spLocks noGrp="1"/>
          </p:cNvSpPr>
          <p:nvPr>
            <p:ph type="body" sz="quarter" idx="30"/>
          </p:nvPr>
        </p:nvSpPr>
        <p:spPr>
          <a:xfrm>
            <a:off x="1351445" y="8363101"/>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8" name="Shape 208"/>
          <p:cNvSpPr>
            <a:spLocks noGrp="1"/>
          </p:cNvSpPr>
          <p:nvPr>
            <p:ph type="pic" sz="quarter" idx="31"/>
          </p:nvPr>
        </p:nvSpPr>
        <p:spPr>
          <a:xfrm>
            <a:off x="1420240" y="8431896"/>
            <a:ext cx="288278" cy="288278"/>
          </a:xfrm>
          <a:prstGeom prst="rect">
            <a:avLst/>
          </a:prstGeom>
        </p:spPr>
        <p:txBody>
          <a:bodyPr lIns="91439" tIns="45719" rIns="91439" bIns="45719" anchor="t">
            <a:noAutofit/>
          </a:bodyPr>
          <a:lstStyle/>
          <a:p>
            <a:endParaRPr dirty="0"/>
          </a:p>
        </p:txBody>
      </p:sp>
      <p:sp>
        <p:nvSpPr>
          <p:cNvPr id="209" name="Shape 209"/>
          <p:cNvSpPr>
            <a:spLocks noGrp="1"/>
          </p:cNvSpPr>
          <p:nvPr>
            <p:ph type="body" sz="quarter" idx="32"/>
          </p:nvPr>
        </p:nvSpPr>
        <p:spPr>
          <a:xfrm>
            <a:off x="1993391" y="6966316"/>
            <a:ext cx="3545823" cy="366703"/>
          </a:xfrm>
          <a:prstGeom prst="rect">
            <a:avLst/>
          </a:prstGeom>
        </p:spPr>
        <p:txBody>
          <a:bodyPr anchor="t">
            <a:spAutoFit/>
          </a:bodyPr>
          <a:lstStyle>
            <a:lvl1pPr marL="0" indent="0">
              <a:spcBef>
                <a:spcPts val="2250"/>
              </a:spcBef>
              <a:buSzTx/>
              <a:buNone/>
              <a:defRPr sz="1575" u="sng">
                <a:solidFill>
                  <a:srgbClr val="FFFFFF"/>
                </a:solidFill>
                <a:hlinkClick r:id="rId4"/>
              </a:defRPr>
            </a:lvl1pPr>
          </a:lstStyle>
          <a:p>
            <a:pPr>
              <a:defRPr u="none"/>
            </a:pPr>
            <a:r>
              <a:rPr u="sng">
                <a:hlinkClick r:id="rId4"/>
              </a:rPr>
              <a:t>facebook.com/caffeine</a:t>
            </a:r>
          </a:p>
        </p:txBody>
      </p:sp>
      <p:sp>
        <p:nvSpPr>
          <p:cNvPr id="210" name="Shape 210"/>
          <p:cNvSpPr>
            <a:spLocks noGrp="1"/>
          </p:cNvSpPr>
          <p:nvPr>
            <p:ph type="body" sz="quarter" idx="33"/>
          </p:nvPr>
        </p:nvSpPr>
        <p:spPr>
          <a:xfrm>
            <a:off x="1993391" y="7715778"/>
            <a:ext cx="3545823" cy="366703"/>
          </a:xfrm>
          <a:prstGeom prst="rect">
            <a:avLst/>
          </a:prstGeom>
        </p:spPr>
        <p:txBody>
          <a:bodyPr anchor="t">
            <a:spAutoFit/>
          </a:bodyPr>
          <a:lstStyle>
            <a:lvl1pPr marL="0" indent="0">
              <a:spcBef>
                <a:spcPts val="2250"/>
              </a:spcBef>
              <a:buSzTx/>
              <a:buNone/>
              <a:defRPr sz="1575">
                <a:solidFill>
                  <a:srgbClr val="FFFFFF"/>
                </a:solidFill>
              </a:defRPr>
            </a:lvl1pPr>
          </a:lstStyle>
          <a:p>
            <a:r>
              <a:t>@caffeinecafe</a:t>
            </a:r>
          </a:p>
        </p:txBody>
      </p:sp>
      <p:sp>
        <p:nvSpPr>
          <p:cNvPr id="211" name="Shape 211"/>
          <p:cNvSpPr>
            <a:spLocks noGrp="1"/>
          </p:cNvSpPr>
          <p:nvPr>
            <p:ph type="body" sz="quarter" idx="34"/>
          </p:nvPr>
        </p:nvSpPr>
        <p:spPr>
          <a:xfrm>
            <a:off x="1993391" y="8408091"/>
            <a:ext cx="3545823" cy="366703"/>
          </a:xfrm>
          <a:prstGeom prst="rect">
            <a:avLst/>
          </a:prstGeom>
        </p:spPr>
        <p:txBody>
          <a:bodyPr anchor="t">
            <a:spAutoFit/>
          </a:bodyPr>
          <a:lstStyle>
            <a:lvl1pPr marL="0" indent="0">
              <a:spcBef>
                <a:spcPts val="2250"/>
              </a:spcBef>
              <a:buSzTx/>
              <a:buNone/>
              <a:defRPr sz="1575">
                <a:solidFill>
                  <a:srgbClr val="FFFFFF"/>
                </a:solidFill>
              </a:defRPr>
            </a:lvl1pPr>
          </a:lstStyle>
          <a:p>
            <a:r>
              <a:t>instacaffeinecafe</a:t>
            </a:r>
          </a:p>
        </p:txBody>
      </p:sp>
      <p:sp>
        <p:nvSpPr>
          <p:cNvPr id="212" name="Shape 212"/>
          <p:cNvSpPr>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2118332664"/>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38808" y="4686300"/>
            <a:ext cx="7796544" cy="1307307"/>
          </a:xfrm>
        </p:spPr>
        <p:txBody>
          <a:bodyPr anchor="b">
            <a:normAutofit/>
          </a:bodyPr>
          <a:lstStyle>
            <a:lvl1pPr algn="l">
              <a:defRPr sz="4650" b="0"/>
            </a:lvl1pPr>
          </a:lstStyle>
          <a:p>
            <a:r>
              <a:rPr lang="en-US"/>
              <a:t>Click to edit Master title style</a:t>
            </a:r>
            <a:endParaRPr/>
          </a:p>
        </p:txBody>
      </p:sp>
      <p:sp>
        <p:nvSpPr>
          <p:cNvPr id="3" name="Picture Placeholder 2"/>
          <p:cNvSpPr>
            <a:spLocks noGrp="1"/>
          </p:cNvSpPr>
          <p:nvPr>
            <p:ph type="pic" idx="1"/>
          </p:nvPr>
        </p:nvSpPr>
        <p:spPr>
          <a:xfrm>
            <a:off x="555813" y="342900"/>
            <a:ext cx="6921316" cy="9517857"/>
          </a:xfrm>
        </p:spPr>
        <p:txBody>
          <a:bodyPr/>
          <a:lstStyle>
            <a:lvl1pPr marL="0" indent="0">
              <a:buNone/>
              <a:defRPr sz="5700"/>
            </a:lvl1pPr>
            <a:lvl2pPr marL="816410" indent="0">
              <a:buNone/>
              <a:defRPr sz="5025"/>
            </a:lvl2pPr>
            <a:lvl3pPr marL="1632821" indent="0">
              <a:buNone/>
              <a:defRPr sz="4275"/>
            </a:lvl3pPr>
            <a:lvl4pPr marL="2449232" indent="0">
              <a:buNone/>
              <a:defRPr sz="3600"/>
            </a:lvl4pPr>
            <a:lvl5pPr marL="3265643" indent="0">
              <a:buNone/>
              <a:defRPr sz="3600"/>
            </a:lvl5pPr>
            <a:lvl6pPr marL="4082053" indent="0">
              <a:buNone/>
              <a:defRPr sz="3600"/>
            </a:lvl6pPr>
            <a:lvl7pPr marL="4898464" indent="0">
              <a:buNone/>
              <a:defRPr sz="3600"/>
            </a:lvl7pPr>
            <a:lvl8pPr marL="5714874" indent="0">
              <a:buNone/>
              <a:defRPr sz="3600"/>
            </a:lvl8pPr>
            <a:lvl9pPr marL="6531285" indent="0">
              <a:buNone/>
              <a:defRPr sz="3600"/>
            </a:lvl9pPr>
          </a:lstStyle>
          <a:p>
            <a:r>
              <a:rPr lang="en-US" dirty="0"/>
              <a:t>Click icon to add picture</a:t>
            </a:r>
            <a:endParaRPr dirty="0"/>
          </a:p>
        </p:txBody>
      </p:sp>
      <p:sp>
        <p:nvSpPr>
          <p:cNvPr id="4" name="Text Placeholder 3"/>
          <p:cNvSpPr>
            <a:spLocks noGrp="1"/>
          </p:cNvSpPr>
          <p:nvPr>
            <p:ph type="body" sz="half" idx="2"/>
          </p:nvPr>
        </p:nvSpPr>
        <p:spPr>
          <a:xfrm>
            <a:off x="8338808" y="5993606"/>
            <a:ext cx="7796544" cy="3221832"/>
          </a:xfrm>
        </p:spPr>
        <p:txBody>
          <a:bodyPr/>
          <a:lstStyle>
            <a:lvl1pPr marL="0" indent="0">
              <a:spcBef>
                <a:spcPts val="1072"/>
              </a:spcBef>
              <a:buNone/>
              <a:defRPr sz="2475"/>
            </a:lvl1pPr>
            <a:lvl2pPr marL="816410" indent="0">
              <a:buNone/>
              <a:defRPr sz="2175"/>
            </a:lvl2pPr>
            <a:lvl3pPr marL="1632821" indent="0">
              <a:buNone/>
              <a:defRPr sz="1800"/>
            </a:lvl3pPr>
            <a:lvl4pPr marL="2449232" indent="0">
              <a:buNone/>
              <a:defRPr sz="1575"/>
            </a:lvl4pPr>
            <a:lvl5pPr marL="3265643" indent="0">
              <a:buNone/>
              <a:defRPr sz="1575"/>
            </a:lvl5pPr>
            <a:lvl6pPr marL="4082053" indent="0">
              <a:buNone/>
              <a:defRPr sz="1575"/>
            </a:lvl6pPr>
            <a:lvl7pPr marL="4898464" indent="0">
              <a:buNone/>
              <a:defRPr sz="1575"/>
            </a:lvl7pPr>
            <a:lvl8pPr marL="5714874" indent="0">
              <a:buNone/>
              <a:defRPr sz="1575"/>
            </a:lvl8pPr>
            <a:lvl9pPr marL="6531285" indent="0">
              <a:buNone/>
              <a:defRPr sz="1575"/>
            </a:lvl9pPr>
          </a:lstStyle>
          <a:p>
            <a:pPr lvl="0"/>
            <a:r>
              <a:rPr lang="en-US"/>
              <a:t>Click to edit Master text styles</a:t>
            </a:r>
          </a:p>
        </p:txBody>
      </p:sp>
      <p:sp>
        <p:nvSpPr>
          <p:cNvPr id="5" name="Date Placeholder 4"/>
          <p:cNvSpPr>
            <a:spLocks noGrp="1"/>
          </p:cNvSpPr>
          <p:nvPr>
            <p:ph type="dt" sz="half" idx="10"/>
          </p:nvPr>
        </p:nvSpPr>
        <p:spPr>
          <a:xfrm>
            <a:off x="14782800" y="9635378"/>
            <a:ext cx="3074894" cy="547688"/>
          </a:xfrm>
          <a:prstGeom prst="rect">
            <a:avLst/>
          </a:prstGeom>
        </p:spPr>
        <p:txBody>
          <a:bodyPr lIns="217709" tIns="108855" rIns="217709" bIns="108855"/>
          <a:lstStyle/>
          <a:p>
            <a:fld id="{D728701E-CAF4-4159-9B3E-41C86DFFA30D}" type="datetimeFigureOut">
              <a:rPr lang="en-US" smtClean="0"/>
              <a:t>8/19/2025</a:t>
            </a:fld>
            <a:endParaRPr lang="en-US" dirty="0"/>
          </a:p>
        </p:txBody>
      </p:sp>
      <p:sp>
        <p:nvSpPr>
          <p:cNvPr id="6" name="Footer Placeholder 5"/>
          <p:cNvSpPr>
            <a:spLocks noGrp="1"/>
          </p:cNvSpPr>
          <p:nvPr>
            <p:ph type="ftr" sz="quarter" idx="11"/>
          </p:nvPr>
        </p:nvSpPr>
        <p:spPr>
          <a:xfrm>
            <a:off x="8382000" y="9635378"/>
            <a:ext cx="6010276" cy="547688"/>
          </a:xfrm>
          <a:prstGeom prst="rect">
            <a:avLst/>
          </a:prstGeom>
        </p:spPr>
        <p:txBody>
          <a:bodyPr lIns="217709" tIns="108855" rIns="217709" bIns="108855"/>
          <a:lstStyle/>
          <a:p>
            <a:endParaRPr lang="en-US" dirty="0"/>
          </a:p>
        </p:txBody>
      </p:sp>
    </p:spTree>
    <p:extLst>
      <p:ext uri="{BB962C8B-B14F-4D97-AF65-F5344CB8AC3E}">
        <p14:creationId xmlns:p14="http://schemas.microsoft.com/office/powerpoint/2010/main" val="7920579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984047" y="6068534"/>
            <a:ext cx="10032966" cy="1579629"/>
          </a:xfrm>
        </p:spPr>
        <p:txBody>
          <a:bodyPr>
            <a:normAutofit/>
          </a:bodyPr>
          <a:lstStyle>
            <a:lvl1pPr>
              <a:defRPr sz="4200">
                <a:latin typeface="Museo Sans 500"/>
                <a:cs typeface="Museo Sans 500"/>
              </a:defRPr>
            </a:lvl1pPr>
          </a:lstStyle>
          <a:p>
            <a:r>
              <a:rPr lang="en-US" dirty="0"/>
              <a:t>Click to edit Master title style</a:t>
            </a:r>
          </a:p>
        </p:txBody>
      </p:sp>
    </p:spTree>
    <p:extLst>
      <p:ext uri="{BB962C8B-B14F-4D97-AF65-F5344CB8AC3E}">
        <p14:creationId xmlns:p14="http://schemas.microsoft.com/office/powerpoint/2010/main" val="7331410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Break 1">
    <p:spTree>
      <p:nvGrpSpPr>
        <p:cNvPr id="1" name=""/>
        <p:cNvGrpSpPr/>
        <p:nvPr/>
      </p:nvGrpSpPr>
      <p:grpSpPr>
        <a:xfrm>
          <a:off x="0" y="0"/>
          <a:ext cx="0" cy="0"/>
          <a:chOff x="0" y="0"/>
          <a:chExt cx="0" cy="0"/>
        </a:xfrm>
      </p:grpSpPr>
      <p:sp>
        <p:nvSpPr>
          <p:cNvPr id="25" name="Shape 25"/>
          <p:cNvSpPr>
            <a:spLocks noGrp="1"/>
          </p:cNvSpPr>
          <p:nvPr>
            <p:ph type="body" idx="13"/>
          </p:nvPr>
        </p:nvSpPr>
        <p:spPr>
          <a:xfrm>
            <a:off x="-1" y="-47552"/>
            <a:ext cx="18288002" cy="10382103"/>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26" name="Shape 26"/>
          <p:cNvSpPr/>
          <p:nvPr/>
        </p:nvSpPr>
        <p:spPr>
          <a:xfrm>
            <a:off x="4677261" y="2916514"/>
            <a:ext cx="8933478" cy="4453979"/>
          </a:xfrm>
          <a:prstGeom prst="rect">
            <a:avLst/>
          </a:prstGeom>
          <a:solidFill>
            <a:srgbClr val="000000"/>
          </a:solidFill>
          <a:ln w="12700">
            <a:miter lim="400000"/>
          </a:ln>
          <a:effectLst>
            <a:outerShdw blurRad="457200" dist="281404" dir="5400000" rotWithShape="0">
              <a:srgbClr val="000000">
                <a:alpha val="42106"/>
              </a:srgbClr>
            </a:outerShdw>
          </a:effectLst>
        </p:spPr>
        <p:txBody>
          <a:bodyPr lIns="38100" tIns="38100" rIns="38100" bIns="38100" anchor="ctr"/>
          <a:lstStyle/>
          <a:p>
            <a:pPr algn="ctr" defTabSz="619125" hangingPunct="0">
              <a:defRPr sz="3200">
                <a:solidFill>
                  <a:srgbClr val="FFFFFF"/>
                </a:solidFill>
              </a:defRPr>
            </a:pPr>
            <a:endParaRPr sz="4800" kern="0" dirty="0">
              <a:solidFill>
                <a:srgbClr val="FFFFFF"/>
              </a:solidFill>
              <a:latin typeface="Helvetica Light"/>
              <a:sym typeface="Helvetica Light"/>
            </a:endParaRPr>
          </a:p>
        </p:txBody>
      </p:sp>
      <p:sp>
        <p:nvSpPr>
          <p:cNvPr id="27" name="Shape 27"/>
          <p:cNvSpPr>
            <a:spLocks noGrp="1"/>
          </p:cNvSpPr>
          <p:nvPr>
            <p:ph type="body" sz="quarter" idx="14"/>
          </p:nvPr>
        </p:nvSpPr>
        <p:spPr>
          <a:xfrm>
            <a:off x="5109634" y="5771198"/>
            <a:ext cx="8068736" cy="738344"/>
          </a:xfrm>
          <a:prstGeom prst="rect">
            <a:avLst/>
          </a:prstGeom>
        </p:spPr>
        <p:txBody>
          <a:bodyPr anchor="t">
            <a:spAutoFit/>
          </a:bodyPr>
          <a:lstStyle>
            <a:lvl1pPr marL="0" indent="0" algn="ctr">
              <a:spcBef>
                <a:spcPts val="4425"/>
              </a:spcBef>
              <a:buSzTx/>
              <a:buNone/>
              <a:defRPr sz="1950">
                <a:solidFill>
                  <a:srgbClr val="FFFFFF"/>
                </a:solidFill>
              </a:defRPr>
            </a:lvl1pPr>
          </a:lstStyle>
          <a:p>
            <a:r>
              <a:t>At vero eos et accusamus et iusto odio dignissimos ducimus qui blanditiis praesentium voluptatum deleniti atque corrupti.</a:t>
            </a:r>
          </a:p>
        </p:txBody>
      </p:sp>
      <p:sp>
        <p:nvSpPr>
          <p:cNvPr id="28" name="Shape 28"/>
          <p:cNvSpPr>
            <a:spLocks noGrp="1"/>
          </p:cNvSpPr>
          <p:nvPr>
            <p:ph type="body" sz="quarter" idx="15"/>
          </p:nvPr>
        </p:nvSpPr>
        <p:spPr>
          <a:xfrm>
            <a:off x="6357982" y="4028125"/>
            <a:ext cx="5572039" cy="1320874"/>
          </a:xfrm>
          <a:prstGeom prst="rect">
            <a:avLst/>
          </a:prstGeom>
        </p:spPr>
        <p:txBody>
          <a:bodyPr wrap="none" anchor="t">
            <a:spAutoFit/>
          </a:bodyPr>
          <a:lstStyle>
            <a:lvl1pPr marL="0" indent="0" algn="ctr">
              <a:lnSpc>
                <a:spcPct val="100000"/>
              </a:lnSpc>
              <a:spcBef>
                <a:spcPts val="0"/>
              </a:spcBef>
              <a:buSzTx/>
              <a:buNone/>
              <a:defRPr sz="8250" cap="all">
                <a:solidFill>
                  <a:srgbClr val="FFFFFF"/>
                </a:solidFill>
                <a:latin typeface="Montserrat SemiBold"/>
                <a:ea typeface="Montserrat SemiBold"/>
                <a:cs typeface="Montserrat SemiBold"/>
                <a:sym typeface="Montserrat SemiBold"/>
              </a:defRPr>
            </a:lvl1pPr>
          </a:lstStyle>
          <a:p>
            <a:r>
              <a:t>caffeine</a:t>
            </a:r>
          </a:p>
        </p:txBody>
      </p:sp>
      <p:sp>
        <p:nvSpPr>
          <p:cNvPr id="29" name="Shape 29"/>
          <p:cNvSpPr>
            <a:spLocks noGrp="1"/>
          </p:cNvSpPr>
          <p:nvPr>
            <p:ph type="body" sz="quarter" idx="16"/>
          </p:nvPr>
        </p:nvSpPr>
        <p:spPr>
          <a:xfrm>
            <a:off x="8417040" y="3685225"/>
            <a:ext cx="1453924" cy="512961"/>
          </a:xfrm>
          <a:prstGeom prst="rect">
            <a:avLst/>
          </a:prstGeom>
        </p:spPr>
        <p:txBody>
          <a:bodyPr wrap="none" anchor="t">
            <a:spAutoFit/>
          </a:bodyPr>
          <a:lstStyle>
            <a:lvl1pPr marL="0" indent="0" algn="ctr">
              <a:lnSpc>
                <a:spcPct val="100000"/>
              </a:lnSpc>
              <a:spcBef>
                <a:spcPts val="0"/>
              </a:spcBef>
              <a:buSzTx/>
              <a:buNone/>
              <a:defRPr sz="3000" cap="all">
                <a:solidFill>
                  <a:srgbClr val="FFFFFF"/>
                </a:solidFill>
                <a:latin typeface="Montserrat Light"/>
                <a:ea typeface="Montserrat Light"/>
                <a:cs typeface="Montserrat Light"/>
                <a:sym typeface="Montserrat Light"/>
              </a:defRPr>
            </a:lvl1pPr>
          </a:lstStyle>
          <a:p>
            <a:r>
              <a:t>about</a:t>
            </a:r>
          </a:p>
        </p:txBody>
      </p:sp>
      <p:sp>
        <p:nvSpPr>
          <p:cNvPr id="30" name="Shape 30"/>
          <p:cNvSpPr>
            <a:spLocks noGrp="1"/>
          </p:cNvSpPr>
          <p:nvPr>
            <p:ph type="body" sz="quarter" idx="17"/>
          </p:nvPr>
        </p:nvSpPr>
        <p:spPr>
          <a:xfrm>
            <a:off x="8962718" y="5533073"/>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31" name="Shape 31"/>
          <p:cNvSpPr/>
          <p:nvPr/>
        </p:nvSpPr>
        <p:spPr>
          <a:xfrm flipV="1">
            <a:off x="11291701" y="3181640"/>
            <a:ext cx="7842812" cy="7842812"/>
          </a:xfrm>
          <a:prstGeom prst="line">
            <a:avLst/>
          </a:prstGeom>
          <a:ln w="12700">
            <a:solidFill>
              <a:srgbClr val="FFFFFF"/>
            </a:solidFill>
            <a:miter lim="400000"/>
          </a:ln>
        </p:spPr>
        <p:txBody>
          <a:bodyPr lIns="38100" tIns="38100" rIns="38100" bIns="38100" anchor="ctr"/>
          <a:lstStyle/>
          <a:p>
            <a:pPr algn="ctr" defTabSz="619125" hangingPunct="0">
              <a:defRPr sz="3200"/>
            </a:pPr>
            <a:endParaRPr sz="4800" kern="0" dirty="0">
              <a:solidFill>
                <a:srgbClr val="000000"/>
              </a:solidFill>
              <a:latin typeface="Helvetica Light"/>
              <a:sym typeface="Helvetica Light"/>
            </a:endParaRPr>
          </a:p>
        </p:txBody>
      </p:sp>
      <p:sp>
        <p:nvSpPr>
          <p:cNvPr id="32" name="Shape 32"/>
          <p:cNvSpPr/>
          <p:nvPr/>
        </p:nvSpPr>
        <p:spPr>
          <a:xfrm flipV="1">
            <a:off x="-555475" y="-1295110"/>
            <a:ext cx="7842812" cy="7842812"/>
          </a:xfrm>
          <a:prstGeom prst="line">
            <a:avLst/>
          </a:prstGeom>
          <a:ln w="12700">
            <a:solidFill>
              <a:srgbClr val="FFFFFF"/>
            </a:solidFill>
            <a:miter lim="400000"/>
          </a:ln>
        </p:spPr>
        <p:txBody>
          <a:bodyPr lIns="38100" tIns="38100" rIns="38100" bIns="38100" anchor="ctr"/>
          <a:lstStyle/>
          <a:p>
            <a:pPr algn="ctr" defTabSz="619125" hangingPunct="0">
              <a:defRPr sz="3200"/>
            </a:pPr>
            <a:endParaRPr sz="4800" kern="0" dirty="0">
              <a:solidFill>
                <a:srgbClr val="000000"/>
              </a:solidFill>
              <a:latin typeface="Helvetica Light"/>
              <a:sym typeface="Helvetica Light"/>
            </a:endParaRPr>
          </a:p>
        </p:txBody>
      </p:sp>
      <p:sp>
        <p:nvSpPr>
          <p:cNvPr id="33" name="Shape 33"/>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223431811"/>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Break 2">
    <p:spTree>
      <p:nvGrpSpPr>
        <p:cNvPr id="1" name=""/>
        <p:cNvGrpSpPr/>
        <p:nvPr/>
      </p:nvGrpSpPr>
      <p:grpSpPr>
        <a:xfrm>
          <a:off x="0" y="0"/>
          <a:ext cx="0" cy="0"/>
          <a:chOff x="0" y="0"/>
          <a:chExt cx="0" cy="0"/>
        </a:xfrm>
      </p:grpSpPr>
      <p:sp>
        <p:nvSpPr>
          <p:cNvPr id="40" name="Shape 40"/>
          <p:cNvSpPr>
            <a:spLocks noGrp="1"/>
          </p:cNvSpPr>
          <p:nvPr>
            <p:ph type="body" sz="half" idx="13"/>
          </p:nvPr>
        </p:nvSpPr>
        <p:spPr>
          <a:xfrm flipV="1">
            <a:off x="-555475" y="-1295110"/>
            <a:ext cx="7842812" cy="7842812"/>
          </a:xfrm>
          <a:prstGeom prst="line">
            <a:avLst/>
          </a:prstGeom>
          <a:ln>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41" name="Shape 41"/>
          <p:cNvSpPr>
            <a:spLocks noGrp="1"/>
          </p:cNvSpPr>
          <p:nvPr>
            <p:ph type="body" sz="quarter" idx="14"/>
          </p:nvPr>
        </p:nvSpPr>
        <p:spPr>
          <a:xfrm>
            <a:off x="8877798" y="2146052"/>
            <a:ext cx="7918482" cy="2667397"/>
          </a:xfrm>
          <a:prstGeom prst="rect">
            <a:avLst/>
          </a:prstGeom>
        </p:spPr>
        <p:txBody>
          <a:bodyPr anchor="b">
            <a:spAutoFit/>
          </a:bodyPr>
          <a:lstStyle>
            <a:lvl1pPr marL="0" indent="0">
              <a:lnSpc>
                <a:spcPct val="100000"/>
              </a:lnSpc>
              <a:spcBef>
                <a:spcPts val="0"/>
              </a:spcBef>
              <a:buSzTx/>
              <a:buNone/>
              <a:defRPr sz="8500" cap="all">
                <a:solidFill>
                  <a:srgbClr val="000000"/>
                </a:solidFill>
                <a:latin typeface="Montserrat SemiBold"/>
                <a:sym typeface="Montserrat SemiBold"/>
              </a:defRPr>
            </a:lvl1pPr>
          </a:lstStyle>
          <a:p>
            <a:pPr marL="0" indent="0">
              <a:lnSpc>
                <a:spcPct val="100000"/>
              </a:lnSpc>
              <a:spcBef>
                <a:spcPts val="0"/>
              </a:spcBef>
              <a:buSzTx/>
              <a:buNone/>
              <a:defRPr sz="8500" cap="all">
                <a:solidFill>
                  <a:srgbClr val="000000"/>
                </a:solidFill>
                <a:latin typeface="Montserrat SemiBold"/>
                <a:ea typeface="Montserrat SemiBold"/>
                <a:cs typeface="Montserrat SemiBold"/>
                <a:sym typeface="Montserrat SemiBold"/>
              </a:defRPr>
            </a:pPr>
            <a:r>
              <a:t>welcome</a:t>
            </a:r>
          </a:p>
          <a:p>
            <a:pPr marL="0" indent="0">
              <a:lnSpc>
                <a:spcPct val="100000"/>
              </a:lnSpc>
              <a:spcBef>
                <a:spcPts val="0"/>
              </a:spcBef>
              <a:buSzTx/>
              <a:buNone/>
              <a:defRPr sz="8500" cap="all">
                <a:solidFill>
                  <a:srgbClr val="000000"/>
                </a:solidFill>
                <a:latin typeface="Montserrat SemiBold"/>
                <a:ea typeface="Montserrat SemiBold"/>
                <a:cs typeface="Montserrat SemiBold"/>
                <a:sym typeface="Montserrat SemiBold"/>
              </a:defRPr>
            </a:pPr>
            <a:r>
              <a:t>to caffeine</a:t>
            </a:r>
          </a:p>
        </p:txBody>
      </p:sp>
      <p:sp>
        <p:nvSpPr>
          <p:cNvPr id="42" name="Shape 42"/>
          <p:cNvSpPr>
            <a:spLocks noGrp="1"/>
          </p:cNvSpPr>
          <p:nvPr>
            <p:ph type="body" sz="half" idx="15"/>
          </p:nvPr>
        </p:nvSpPr>
        <p:spPr>
          <a:xfrm flipV="1">
            <a:off x="11291701" y="6210593"/>
            <a:ext cx="7842812" cy="7842812"/>
          </a:xfrm>
          <a:prstGeom prst="line">
            <a:avLst/>
          </a:prstGeom>
          <a:ln>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dirty="0"/>
          </a:p>
        </p:txBody>
      </p:sp>
      <p:sp>
        <p:nvSpPr>
          <p:cNvPr id="43" name="Shape 43"/>
          <p:cNvSpPr>
            <a:spLocks noGrp="1"/>
          </p:cNvSpPr>
          <p:nvPr>
            <p:ph type="body" sz="quarter" idx="16"/>
          </p:nvPr>
        </p:nvSpPr>
        <p:spPr>
          <a:xfrm>
            <a:off x="8916685" y="5353541"/>
            <a:ext cx="8164565" cy="1098442"/>
          </a:xfrm>
          <a:prstGeom prst="rect">
            <a:avLst/>
          </a:prstGeom>
        </p:spPr>
        <p:txBody>
          <a:bodyPr anchor="t">
            <a:spAutoFit/>
          </a:bodyPr>
          <a:lstStyle>
            <a:lvl1pPr marL="0" indent="0">
              <a:spcBef>
                <a:spcPts val="4425"/>
              </a:spcBef>
              <a:buSzTx/>
              <a:buNone/>
              <a:defRPr>
                <a:solidFill>
                  <a:srgbClr val="53585F"/>
                </a:solidFill>
              </a:defRPr>
            </a:lvl1pPr>
          </a:lstStyle>
          <a:p>
            <a:r>
              <a:t>At vero eos et accusamus et iusto odio dignissimos ducimus qui blanditiis praesentium voluptatum deleniti atque corrupti quos dolores et quas molestias excepturi sint occaecat</a:t>
            </a:r>
          </a:p>
        </p:txBody>
      </p:sp>
      <p:sp>
        <p:nvSpPr>
          <p:cNvPr id="44" name="Shape 44"/>
          <p:cNvSpPr>
            <a:spLocks noGrp="1"/>
          </p:cNvSpPr>
          <p:nvPr>
            <p:ph type="body" sz="quarter" idx="17"/>
          </p:nvPr>
        </p:nvSpPr>
        <p:spPr>
          <a:xfrm>
            <a:off x="8962718" y="5083495"/>
            <a:ext cx="362567" cy="2"/>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45" name="Shape 45"/>
          <p:cNvSpPr>
            <a:spLocks noGrp="1"/>
          </p:cNvSpPr>
          <p:nvPr>
            <p:ph type="body" sz="quarter" idx="18"/>
          </p:nvPr>
        </p:nvSpPr>
        <p:spPr>
          <a:xfrm>
            <a:off x="3731860" y="4589096"/>
            <a:ext cx="3901679" cy="3901679"/>
          </a:xfrm>
          <a:prstGeom prst="rect">
            <a:avLst/>
          </a:prstGeom>
          <a:solidFill>
            <a:srgbClr val="AE275F"/>
          </a:solidFill>
          <a:effectLst>
            <a:outerShdw blurRad="457200" dist="279400" dir="5400000" rotWithShape="0">
              <a:srgbClr val="000000">
                <a:alpha val="28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46" name="Shape 46"/>
          <p:cNvSpPr>
            <a:spLocks noGrp="1"/>
          </p:cNvSpPr>
          <p:nvPr>
            <p:ph type="body" sz="quarter" idx="19"/>
          </p:nvPr>
        </p:nvSpPr>
        <p:spPr>
          <a:xfrm>
            <a:off x="1300845" y="1796195"/>
            <a:ext cx="3901680" cy="3901679"/>
          </a:xfrm>
          <a:prstGeom prst="rect">
            <a:avLst/>
          </a:prstGeom>
          <a:solidFill>
            <a:srgbClr val="AE275F"/>
          </a:solidFill>
          <a:effectLst>
            <a:outerShdw blurRad="457200" dist="279400" dir="5400000" rotWithShape="0">
              <a:srgbClr val="000000">
                <a:alpha val="28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47" name="Shape 47"/>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701759693"/>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Break 3">
    <p:spTree>
      <p:nvGrpSpPr>
        <p:cNvPr id="1" name=""/>
        <p:cNvGrpSpPr/>
        <p:nvPr/>
      </p:nvGrpSpPr>
      <p:grpSpPr>
        <a:xfrm>
          <a:off x="0" y="0"/>
          <a:ext cx="0" cy="0"/>
          <a:chOff x="0" y="0"/>
          <a:chExt cx="0" cy="0"/>
        </a:xfrm>
      </p:grpSpPr>
      <p:sp>
        <p:nvSpPr>
          <p:cNvPr id="54" name="Shape 54"/>
          <p:cNvSpPr>
            <a:spLocks noGrp="1"/>
          </p:cNvSpPr>
          <p:nvPr>
            <p:ph type="body" idx="13"/>
          </p:nvPr>
        </p:nvSpPr>
        <p:spPr>
          <a:xfrm>
            <a:off x="1" y="-135339"/>
            <a:ext cx="18288002" cy="649588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55" name="Shape 55"/>
          <p:cNvSpPr>
            <a:spLocks noGrp="1"/>
          </p:cNvSpPr>
          <p:nvPr>
            <p:ph type="body" sz="quarter" idx="14"/>
          </p:nvPr>
        </p:nvSpPr>
        <p:spPr>
          <a:xfrm>
            <a:off x="800303" y="7097738"/>
            <a:ext cx="6605967" cy="813043"/>
          </a:xfrm>
          <a:prstGeom prst="rect">
            <a:avLst/>
          </a:prstGeom>
        </p:spPr>
        <p:txBody>
          <a:bodyPr>
            <a:spAutoFit/>
          </a:bodyPr>
          <a:lstStyle>
            <a:lvl1pPr marL="0" indent="0">
              <a:lnSpc>
                <a:spcPct val="100000"/>
              </a:lnSpc>
              <a:spcBef>
                <a:spcPts val="0"/>
              </a:spcBef>
              <a:buSzTx/>
              <a:buNone/>
              <a:defRPr sz="4950" cap="all">
                <a:solidFill>
                  <a:srgbClr val="000000"/>
                </a:solidFill>
                <a:latin typeface="Montserrat SemiBold"/>
                <a:ea typeface="Montserrat SemiBold"/>
                <a:cs typeface="Montserrat SemiBold"/>
                <a:sym typeface="Montserrat SemiBold"/>
              </a:defRPr>
            </a:lvl1pPr>
          </a:lstStyle>
          <a:p>
            <a:r>
              <a:t>our kitchen</a:t>
            </a:r>
          </a:p>
        </p:txBody>
      </p:sp>
      <p:sp>
        <p:nvSpPr>
          <p:cNvPr id="56" name="Shape 56"/>
          <p:cNvSpPr>
            <a:spLocks noGrp="1"/>
          </p:cNvSpPr>
          <p:nvPr>
            <p:ph type="body" sz="quarter" idx="15"/>
          </p:nvPr>
        </p:nvSpPr>
        <p:spPr>
          <a:xfrm>
            <a:off x="885224" y="8131495"/>
            <a:ext cx="362567" cy="2"/>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57" name="Shape 57"/>
          <p:cNvSpPr>
            <a:spLocks noGrp="1"/>
          </p:cNvSpPr>
          <p:nvPr>
            <p:ph type="body" sz="quarter" idx="16"/>
          </p:nvPr>
        </p:nvSpPr>
        <p:spPr>
          <a:xfrm>
            <a:off x="8516339" y="7112318"/>
            <a:ext cx="8971361" cy="2237535"/>
          </a:xfrm>
          <a:prstGeom prst="rect">
            <a:avLst/>
          </a:prstGeom>
        </p:spPr>
        <p:txBody>
          <a:bodyPr anchor="t">
            <a:spAutoFit/>
          </a:bodyPr>
          <a:lstStyle>
            <a:lvl1pPr marL="0" indent="0">
              <a:spcBef>
                <a:spcPts val="4425"/>
              </a:spcBef>
              <a:buSzTx/>
              <a:buNone/>
              <a:defRPr>
                <a:solidFill>
                  <a:srgbClr val="53585F"/>
                </a:solidFill>
              </a:defRPr>
            </a:lvl1pPr>
          </a:lstStyle>
          <a:p>
            <a:r>
              <a:t>At vero eos et accusamus et iusto odio dignissimos ducimus qui blanditiis praesentium voluptatum deleniti atque corrupti quos dolores et quas molestias excepturi sint occaecati cupiditate non provident, similique sunt in culpa qui officia deserunt mollitia animi, id est laborum et dolorum fuga. Et harum quidem rerum facilis est et expedita distinctio. Nam libero tempore, cum soluta nobis est eligendi optio cumque nihil.</a:t>
            </a:r>
          </a:p>
        </p:txBody>
      </p:sp>
      <p:sp>
        <p:nvSpPr>
          <p:cNvPr id="58" name="Shape 58"/>
          <p:cNvSpPr>
            <a:spLocks noGrp="1"/>
          </p:cNvSpPr>
          <p:nvPr>
            <p:ph type="body" sz="quarter" idx="17"/>
          </p:nvPr>
        </p:nvSpPr>
        <p:spPr>
          <a:xfrm flipH="1" flipV="1">
            <a:off x="15624277" y="-340174"/>
            <a:ext cx="3082397" cy="3082397"/>
          </a:xfrm>
          <a:prstGeom prst="line">
            <a:avLst/>
          </a:prstGeom>
          <a:ln>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59" name="Shape 59"/>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52237558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Image Gallery">
    <p:spTree>
      <p:nvGrpSpPr>
        <p:cNvPr id="1" name=""/>
        <p:cNvGrpSpPr/>
        <p:nvPr/>
      </p:nvGrpSpPr>
      <p:grpSpPr>
        <a:xfrm>
          <a:off x="0" y="0"/>
          <a:ext cx="0" cy="0"/>
          <a:chOff x="0" y="0"/>
          <a:chExt cx="0" cy="0"/>
        </a:xfrm>
      </p:grpSpPr>
      <p:sp>
        <p:nvSpPr>
          <p:cNvPr id="66" name="Shape 66"/>
          <p:cNvSpPr/>
          <p:nvPr/>
        </p:nvSpPr>
        <p:spPr>
          <a:xfrm>
            <a:off x="13917282" y="-1534841"/>
            <a:ext cx="4953342" cy="4953342"/>
          </a:xfrm>
          <a:prstGeom prst="line">
            <a:avLst/>
          </a:prstGeom>
          <a:ln w="12700">
            <a:solidFill>
              <a:srgbClr val="DCDEE0"/>
            </a:solidFill>
            <a:miter lim="400000"/>
          </a:ln>
        </p:spPr>
        <p:txBody>
          <a:bodyPr lIns="38100" tIns="38100" rIns="38100" bIns="38100" anchor="ctr"/>
          <a:lstStyle/>
          <a:p>
            <a:pPr algn="ctr" defTabSz="619125" hangingPunct="0">
              <a:defRPr sz="3200"/>
            </a:pPr>
            <a:endParaRPr sz="4800" kern="0" dirty="0">
              <a:solidFill>
                <a:srgbClr val="000000"/>
              </a:solidFill>
              <a:latin typeface="Helvetica Light"/>
              <a:sym typeface="Helvetica Light"/>
            </a:endParaRPr>
          </a:p>
        </p:txBody>
      </p:sp>
      <p:sp>
        <p:nvSpPr>
          <p:cNvPr id="67" name="Shape 67"/>
          <p:cNvSpPr>
            <a:spLocks noGrp="1"/>
          </p:cNvSpPr>
          <p:nvPr>
            <p:ph type="body" idx="13"/>
          </p:nvPr>
        </p:nvSpPr>
        <p:spPr>
          <a:xfrm>
            <a:off x="353707" y="396331"/>
            <a:ext cx="8656739" cy="949434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68" name="Shape 68"/>
          <p:cNvSpPr>
            <a:spLocks noGrp="1"/>
          </p:cNvSpPr>
          <p:nvPr>
            <p:ph type="body" sz="half" idx="14"/>
          </p:nvPr>
        </p:nvSpPr>
        <p:spPr>
          <a:xfrm>
            <a:off x="9290182" y="396330"/>
            <a:ext cx="8656739"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69" name="Shape 69"/>
          <p:cNvSpPr>
            <a:spLocks noGrp="1"/>
          </p:cNvSpPr>
          <p:nvPr>
            <p:ph type="body" sz="quarter" idx="15"/>
          </p:nvPr>
        </p:nvSpPr>
        <p:spPr>
          <a:xfrm>
            <a:off x="9290180" y="5262752"/>
            <a:ext cx="4190705"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0" name="Shape 70"/>
          <p:cNvSpPr>
            <a:spLocks noGrp="1"/>
          </p:cNvSpPr>
          <p:nvPr>
            <p:ph type="body" sz="quarter" idx="16"/>
          </p:nvPr>
        </p:nvSpPr>
        <p:spPr>
          <a:xfrm>
            <a:off x="13724106" y="5262752"/>
            <a:ext cx="4190703" cy="4596855"/>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1" name="Shape 71"/>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83341670"/>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Testimonial">
    <p:spTree>
      <p:nvGrpSpPr>
        <p:cNvPr id="1" name=""/>
        <p:cNvGrpSpPr/>
        <p:nvPr/>
      </p:nvGrpSpPr>
      <p:grpSpPr>
        <a:xfrm>
          <a:off x="0" y="0"/>
          <a:ext cx="0" cy="0"/>
          <a:chOff x="0" y="0"/>
          <a:chExt cx="0" cy="0"/>
        </a:xfrm>
      </p:grpSpPr>
      <p:sp>
        <p:nvSpPr>
          <p:cNvPr id="78" name="Shape 78"/>
          <p:cNvSpPr>
            <a:spLocks noGrp="1"/>
          </p:cNvSpPr>
          <p:nvPr>
            <p:ph type="body" sz="quarter" idx="13"/>
          </p:nvPr>
        </p:nvSpPr>
        <p:spPr>
          <a:xfrm rot="2700000">
            <a:off x="7344008" y="2866276"/>
            <a:ext cx="3525833" cy="3525833"/>
          </a:xfrm>
          <a:prstGeom prst="rect">
            <a:avLst/>
          </a:prstGeom>
          <a:ln>
            <a:solidFill>
              <a:srgbClr val="A6AAA9"/>
            </a:solidFill>
          </a:ln>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79" name="Shape 79"/>
          <p:cNvSpPr>
            <a:spLocks noGrp="1"/>
          </p:cNvSpPr>
          <p:nvPr>
            <p:ph type="body" sz="quarter" idx="14"/>
          </p:nvPr>
        </p:nvSpPr>
        <p:spPr>
          <a:xfrm>
            <a:off x="5931014" y="914311"/>
            <a:ext cx="6425973" cy="743793"/>
          </a:xfrm>
          <a:prstGeom prst="rect">
            <a:avLst/>
          </a:prstGeom>
        </p:spPr>
        <p:txBody>
          <a:bodyPr anchor="b">
            <a:spAutoFit/>
          </a:bodyPr>
          <a:lstStyle>
            <a:lvl1pPr marL="0" indent="0" algn="ctr">
              <a:lnSpc>
                <a:spcPct val="100000"/>
              </a:lnSpc>
              <a:spcBef>
                <a:spcPts val="0"/>
              </a:spcBef>
              <a:buSzTx/>
              <a:buNone/>
              <a:defRPr sz="4500" cap="all">
                <a:solidFill>
                  <a:srgbClr val="000000"/>
                </a:solidFill>
                <a:latin typeface="Montserrat SemiBold"/>
                <a:ea typeface="Montserrat SemiBold"/>
                <a:cs typeface="Montserrat SemiBold"/>
                <a:sym typeface="Montserrat SemiBold"/>
              </a:defRPr>
            </a:lvl1pPr>
          </a:lstStyle>
          <a:p>
            <a:r>
              <a:t>testimonials</a:t>
            </a:r>
          </a:p>
        </p:txBody>
      </p:sp>
      <p:sp>
        <p:nvSpPr>
          <p:cNvPr id="80" name="Shape 80"/>
          <p:cNvSpPr>
            <a:spLocks noGrp="1"/>
          </p:cNvSpPr>
          <p:nvPr>
            <p:ph type="body" sz="quarter" idx="15"/>
          </p:nvPr>
        </p:nvSpPr>
        <p:spPr>
          <a:xfrm>
            <a:off x="5656440" y="7600204"/>
            <a:ext cx="6990897" cy="1513941"/>
          </a:xfrm>
          <a:prstGeom prst="rect">
            <a:avLst/>
          </a:prstGeom>
        </p:spPr>
        <p:txBody>
          <a:bodyPr anchor="t">
            <a:spAutoFit/>
          </a:bodyPr>
          <a:lstStyle>
            <a:lvl1pPr marL="0" indent="0" algn="ctr">
              <a:spcBef>
                <a:spcPts val="2250"/>
              </a:spcBef>
              <a:buSzTx/>
              <a:buNone/>
              <a:defRPr>
                <a:solidFill>
                  <a:srgbClr val="53585F"/>
                </a:solidFill>
              </a:defRPr>
            </a:lvl1pPr>
          </a:lstStyle>
          <a:p>
            <a:pPr marL="0" indent="0" algn="ctr">
              <a:spcBef>
                <a:spcPts val="3000"/>
              </a:spcBef>
              <a:buSzTx/>
              <a:buNone/>
              <a:defRPr>
                <a:solidFill>
                  <a:srgbClr val="53585F"/>
                </a:solidFill>
              </a:defRPr>
            </a:pPr>
            <a:r>
              <a:rPr sz="2100" i="1"/>
              <a:t>Nemo enim ipsam voluptatem quia voluptas sit aspernatur aut odit aut fugit, sed quia consequuntur.</a:t>
            </a:r>
            <a:br>
              <a:rPr sz="2100" i="1"/>
            </a:br>
            <a:r>
              <a:t>- Gloria Jennifer-</a:t>
            </a:r>
            <a:br/>
            <a:r>
              <a:t>(Satisfied Customer)</a:t>
            </a:r>
          </a:p>
        </p:txBody>
      </p:sp>
      <p:sp>
        <p:nvSpPr>
          <p:cNvPr id="81" name="Shape 81"/>
          <p:cNvSpPr>
            <a:spLocks noGrp="1"/>
          </p:cNvSpPr>
          <p:nvPr>
            <p:ph type="body" sz="quarter" idx="16"/>
          </p:nvPr>
        </p:nvSpPr>
        <p:spPr>
          <a:xfrm>
            <a:off x="4973335" y="6477023"/>
            <a:ext cx="1952180" cy="3505202"/>
          </a:xfrm>
          <a:prstGeom prst="rect">
            <a:avLst/>
          </a:prstGeom>
        </p:spPr>
        <p:txBody>
          <a:bodyPr anchor="t">
            <a:spAutoFit/>
          </a:bodyPr>
          <a:lstStyle>
            <a:lvl1pPr marL="0" indent="0">
              <a:lnSpc>
                <a:spcPct val="100000"/>
              </a:lnSpc>
              <a:spcBef>
                <a:spcPts val="4425"/>
              </a:spcBef>
              <a:buSzTx/>
              <a:buNone/>
              <a:defRPr sz="22500" i="1">
                <a:solidFill>
                  <a:srgbClr val="53585F"/>
                </a:solidFill>
              </a:defRPr>
            </a:lvl1pPr>
          </a:lstStyle>
          <a:p>
            <a:r>
              <a:t>“</a:t>
            </a:r>
          </a:p>
        </p:txBody>
      </p:sp>
      <p:sp>
        <p:nvSpPr>
          <p:cNvPr id="82" name="Shape 82"/>
          <p:cNvSpPr>
            <a:spLocks noGrp="1"/>
          </p:cNvSpPr>
          <p:nvPr>
            <p:ph type="body" sz="half" idx="17"/>
          </p:nvPr>
        </p:nvSpPr>
        <p:spPr>
          <a:xfrm flipV="1">
            <a:off x="11291701" y="3181640"/>
            <a:ext cx="7842812" cy="7842812"/>
          </a:xfrm>
          <a:prstGeom prst="line">
            <a:avLst/>
          </a:prstGeom>
          <a:ln>
            <a:solidFill>
              <a:srgbClr val="DCDEE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83" name="Shape 83"/>
          <p:cNvSpPr>
            <a:spLocks noGrp="1"/>
          </p:cNvSpPr>
          <p:nvPr>
            <p:ph type="body" sz="half" idx="18"/>
          </p:nvPr>
        </p:nvSpPr>
        <p:spPr>
          <a:xfrm flipV="1">
            <a:off x="-1031726" y="-1295110"/>
            <a:ext cx="7842810" cy="7842812"/>
          </a:xfrm>
          <a:prstGeom prst="line">
            <a:avLst/>
          </a:prstGeom>
          <a:ln>
            <a:solidFill>
              <a:srgbClr val="DCDEE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84" name="Shape 84"/>
          <p:cNvSpPr>
            <a:spLocks noGrp="1"/>
          </p:cNvSpPr>
          <p:nvPr>
            <p:ph type="body" sz="quarter" idx="19"/>
          </p:nvPr>
        </p:nvSpPr>
        <p:spPr>
          <a:xfrm>
            <a:off x="7104907" y="2597276"/>
            <a:ext cx="4078190" cy="4063833"/>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85" name="Shape 85"/>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4008011288"/>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Single Column">
    <p:bg>
      <p:bgPr>
        <a:solidFill>
          <a:srgbClr val="000000"/>
        </a:solidFill>
        <a:effectLst/>
      </p:bgPr>
    </p:bg>
    <p:spTree>
      <p:nvGrpSpPr>
        <p:cNvPr id="1" name=""/>
        <p:cNvGrpSpPr/>
        <p:nvPr/>
      </p:nvGrpSpPr>
      <p:grpSpPr>
        <a:xfrm>
          <a:off x="0" y="0"/>
          <a:ext cx="0" cy="0"/>
          <a:chOff x="0" y="0"/>
          <a:chExt cx="0" cy="0"/>
        </a:xfrm>
      </p:grpSpPr>
      <p:sp>
        <p:nvSpPr>
          <p:cNvPr id="92" name="Shape 92"/>
          <p:cNvSpPr>
            <a:spLocks noGrp="1"/>
          </p:cNvSpPr>
          <p:nvPr>
            <p:ph type="body" sz="quarter" idx="13"/>
          </p:nvPr>
        </p:nvSpPr>
        <p:spPr>
          <a:xfrm>
            <a:off x="7441883" y="1195560"/>
            <a:ext cx="9074600" cy="2513509"/>
          </a:xfrm>
          <a:prstGeom prst="rect">
            <a:avLst/>
          </a:prstGeom>
        </p:spPr>
        <p:txBody>
          <a:bodyPr wrap="none">
            <a:spAutoFit/>
          </a:bodyPr>
          <a:lstStyle>
            <a:lvl1pPr marL="0" indent="0">
              <a:lnSpc>
                <a:spcPct val="100000"/>
              </a:lnSpc>
              <a:spcBef>
                <a:spcPts val="0"/>
              </a:spcBef>
              <a:buSzTx/>
              <a:buNone/>
              <a:defRPr sz="8000" cap="all">
                <a:solidFill>
                  <a:srgbClr val="FFFFFF"/>
                </a:solidFill>
                <a:latin typeface="Montserrat SemiBold"/>
                <a:sym typeface="Montserrat SemiBold"/>
              </a:defRPr>
            </a:lvl1pPr>
          </a:lstStyle>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single column</a:t>
            </a:r>
          </a:p>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93" name="Shape 93"/>
          <p:cNvSpPr>
            <a:spLocks noGrp="1"/>
          </p:cNvSpPr>
          <p:nvPr>
            <p:ph type="body" sz="half" idx="14"/>
          </p:nvPr>
        </p:nvSpPr>
        <p:spPr>
          <a:xfrm>
            <a:off x="7511510" y="4062791"/>
            <a:ext cx="10080569" cy="6984733"/>
          </a:xfrm>
          <a:prstGeom prst="rect">
            <a:avLst/>
          </a:prstGeom>
        </p:spPr>
        <p:txBody>
          <a:bodyPr anchor="t">
            <a:spAutoFit/>
          </a:bodyPr>
          <a:lstStyle>
            <a:lvl1pPr marL="0" indent="0">
              <a:spcBef>
                <a:spcPts val="2250"/>
              </a:spcBef>
              <a:buSzTx/>
              <a:buNone/>
              <a:defRPr sz="2400" b="1" i="1">
                <a:solidFill>
                  <a:srgbClr val="FFFFFF"/>
                </a:solidFill>
              </a:defRPr>
            </a:lvl1pPr>
          </a:lstStyle>
          <a:p>
            <a:pPr marL="0" indent="0">
              <a:spcBef>
                <a:spcPts val="3000"/>
              </a:spcBef>
              <a:buSzTx/>
              <a:buNone/>
              <a:defRPr sz="2400" b="1" i="1">
                <a:solidFill>
                  <a:srgbClr val="FFFFFF"/>
                </a:solidFill>
              </a:defRPr>
            </a:pPr>
            <a:r>
              <a:t>Sed ut perspiciatis unde omnis iste natus error sit voluptatem accusantium doloremque laudantium, totam rem aperiam, eaque ipsa quae ab illo inventore.</a:t>
            </a:r>
          </a:p>
          <a:p>
            <a:pPr marL="0" indent="0">
              <a:spcBef>
                <a:spcPts val="3000"/>
              </a:spcBef>
              <a:buSzTx/>
              <a:buNone/>
              <a:defRPr sz="2400">
                <a:solidFill>
                  <a:srgbClr val="FFFFFF"/>
                </a:solidFill>
              </a:defRPr>
            </a:pPr>
            <a:r>
              <a:t>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 et dolore magnam aliquam quaerat voluptatem. </a:t>
            </a:r>
          </a:p>
          <a:p>
            <a:pPr marL="0" indent="0">
              <a:spcBef>
                <a:spcPts val="3000"/>
              </a:spcBef>
              <a:buSzTx/>
              <a:buNone/>
              <a:defRPr sz="2400">
                <a:solidFill>
                  <a:srgbClr val="FFFFFF"/>
                </a:solidFill>
              </a:defRPr>
            </a:pPr>
            <a:r>
              <a:t>Ut enim ad minima veniam, quis nostrum exercitationem ullam corporis suscipit laboriosam, nisi ut aliquid ex ea commodi consequatur? Qui dolorem ipsum quia dolor sit amet, consectetur, adipisci velit, sed quia non numquam eius modi tempora incidunt ut labore et dolore magnam aliquam quaerat voluptatem.</a:t>
            </a:r>
          </a:p>
        </p:txBody>
      </p:sp>
      <p:sp>
        <p:nvSpPr>
          <p:cNvPr id="94" name="Shape 94"/>
          <p:cNvSpPr>
            <a:spLocks noGrp="1"/>
          </p:cNvSpPr>
          <p:nvPr>
            <p:ph type="body" sz="quarter" idx="15"/>
          </p:nvPr>
        </p:nvSpPr>
        <p:spPr>
          <a:xfrm>
            <a:off x="7571774" y="3738565"/>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95" name="Shape 95"/>
          <p:cNvSpPr>
            <a:spLocks noGrp="1"/>
          </p:cNvSpPr>
          <p:nvPr>
            <p:ph type="body" sz="half" idx="16"/>
          </p:nvPr>
        </p:nvSpPr>
        <p:spPr>
          <a:xfrm>
            <a:off x="-19794" y="1"/>
            <a:ext cx="6362106" cy="1028700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96" name="Shape 96"/>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583783286"/>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Double Column">
    <p:bg>
      <p:bgPr>
        <a:solidFill>
          <a:srgbClr val="000000"/>
        </a:solidFill>
        <a:effectLst/>
      </p:bgPr>
    </p:bg>
    <p:spTree>
      <p:nvGrpSpPr>
        <p:cNvPr id="1" name=""/>
        <p:cNvGrpSpPr/>
        <p:nvPr/>
      </p:nvGrpSpPr>
      <p:grpSpPr>
        <a:xfrm>
          <a:off x="0" y="0"/>
          <a:ext cx="0" cy="0"/>
          <a:chOff x="0" y="0"/>
          <a:chExt cx="0" cy="0"/>
        </a:xfrm>
      </p:grpSpPr>
      <p:sp>
        <p:nvSpPr>
          <p:cNvPr id="103" name="Shape 103"/>
          <p:cNvSpPr>
            <a:spLocks noGrp="1"/>
          </p:cNvSpPr>
          <p:nvPr>
            <p:ph type="body" sz="half" idx="13"/>
          </p:nvPr>
        </p:nvSpPr>
        <p:spPr>
          <a:xfrm>
            <a:off x="11372106" y="1"/>
            <a:ext cx="6963372" cy="1028700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04" name="Shape 104"/>
          <p:cNvSpPr>
            <a:spLocks noGrp="1"/>
          </p:cNvSpPr>
          <p:nvPr>
            <p:ph type="body" sz="quarter" idx="14"/>
          </p:nvPr>
        </p:nvSpPr>
        <p:spPr>
          <a:xfrm>
            <a:off x="964885" y="1232040"/>
            <a:ext cx="7832272" cy="2513509"/>
          </a:xfrm>
          <a:prstGeom prst="rect">
            <a:avLst/>
          </a:prstGeom>
        </p:spPr>
        <p:txBody>
          <a:bodyPr wrap="none">
            <a:spAutoFit/>
          </a:bodyPr>
          <a:lstStyle>
            <a:lvl1pPr marL="0" indent="0">
              <a:lnSpc>
                <a:spcPct val="100000"/>
              </a:lnSpc>
              <a:spcBef>
                <a:spcPts val="0"/>
              </a:spcBef>
              <a:buSzTx/>
              <a:buNone/>
              <a:defRPr sz="8000" cap="all">
                <a:solidFill>
                  <a:srgbClr val="FFFFFF"/>
                </a:solidFill>
                <a:latin typeface="Montserrat SemiBold"/>
                <a:sym typeface="Montserrat SemiBold"/>
              </a:defRPr>
            </a:lvl1pPr>
          </a:lstStyle>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two column</a:t>
            </a:r>
          </a:p>
          <a:p>
            <a:pPr marL="0" indent="0">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105" name="Shape 105"/>
          <p:cNvSpPr>
            <a:spLocks noGrp="1"/>
          </p:cNvSpPr>
          <p:nvPr>
            <p:ph type="body" sz="quarter" idx="15"/>
          </p:nvPr>
        </p:nvSpPr>
        <p:spPr>
          <a:xfrm>
            <a:off x="1034508" y="4099272"/>
            <a:ext cx="9397521" cy="738344"/>
          </a:xfrm>
          <a:prstGeom prst="rect">
            <a:avLst/>
          </a:prstGeom>
        </p:spPr>
        <p:txBody>
          <a:bodyPr anchor="t">
            <a:spAutoFit/>
          </a:bodyPr>
          <a:lstStyle>
            <a:lvl1pPr marL="0" indent="0">
              <a:spcBef>
                <a:spcPts val="2250"/>
              </a:spcBef>
              <a:buSzTx/>
              <a:buNone/>
              <a:defRPr b="1" i="1">
                <a:solidFill>
                  <a:srgbClr val="FFFFFF"/>
                </a:solidFill>
              </a:defRPr>
            </a:lvl1pPr>
          </a:lstStyle>
          <a:p>
            <a:r>
              <a:t>Sed ut perspiciatis unde omnis iste natus error sit voluptatem accusantium doloremque laudantium, totam rem aperiam, eaque ipsa quae inventore.</a:t>
            </a:r>
          </a:p>
        </p:txBody>
      </p:sp>
      <p:sp>
        <p:nvSpPr>
          <p:cNvPr id="106" name="Shape 106"/>
          <p:cNvSpPr>
            <a:spLocks noGrp="1"/>
          </p:cNvSpPr>
          <p:nvPr>
            <p:ph type="body" sz="quarter" idx="16"/>
          </p:nvPr>
        </p:nvSpPr>
        <p:spPr>
          <a:xfrm>
            <a:off x="1075724" y="3775048"/>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07" name="Shape 107"/>
          <p:cNvSpPr>
            <a:spLocks noGrp="1"/>
          </p:cNvSpPr>
          <p:nvPr>
            <p:ph type="body" sz="quarter" idx="17"/>
          </p:nvPr>
        </p:nvSpPr>
        <p:spPr>
          <a:xfrm>
            <a:off x="1072608" y="5251221"/>
            <a:ext cx="4283118" cy="3317832"/>
          </a:xfrm>
          <a:prstGeom prst="rect">
            <a:avLst/>
          </a:prstGeom>
        </p:spPr>
        <p:txBody>
          <a:bodyPr anchor="t">
            <a:spAutoFit/>
          </a:bodyPr>
          <a:lstStyle>
            <a:lvl1pPr marL="0" indent="0">
              <a:spcBef>
                <a:spcPts val="2250"/>
              </a:spcBef>
              <a:buSzTx/>
              <a:buNone/>
              <a:defRPr>
                <a:solidFill>
                  <a:srgbClr val="FFFFFF"/>
                </a:solidFill>
              </a:defRPr>
            </a:lvl1pPr>
          </a:lstStyle>
          <a:p>
            <a:r>
              <a:t>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a:t>
            </a:r>
          </a:p>
        </p:txBody>
      </p:sp>
      <p:sp>
        <p:nvSpPr>
          <p:cNvPr id="108" name="Shape 108"/>
          <p:cNvSpPr>
            <a:spLocks noGrp="1"/>
          </p:cNvSpPr>
          <p:nvPr>
            <p:ph type="body" sz="quarter" idx="18"/>
          </p:nvPr>
        </p:nvSpPr>
        <p:spPr>
          <a:xfrm>
            <a:off x="5968458" y="5251221"/>
            <a:ext cx="4283118" cy="3317832"/>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 sed quia non numquam eius modi tempora incidunt ut labore et dolore magnam aliquam quaerat .</a:t>
            </a:r>
          </a:p>
        </p:txBody>
      </p:sp>
      <p:sp>
        <p:nvSpPr>
          <p:cNvPr id="109" name="Shape 109"/>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972480055"/>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name="Three Column">
    <p:bg>
      <p:bgPr>
        <a:solidFill>
          <a:srgbClr val="000000"/>
        </a:solidFill>
        <a:effectLst/>
      </p:bgPr>
    </p:bg>
    <p:spTree>
      <p:nvGrpSpPr>
        <p:cNvPr id="1" name=""/>
        <p:cNvGrpSpPr/>
        <p:nvPr/>
      </p:nvGrpSpPr>
      <p:grpSpPr>
        <a:xfrm>
          <a:off x="0" y="0"/>
          <a:ext cx="0" cy="0"/>
          <a:chOff x="0" y="0"/>
          <a:chExt cx="0" cy="0"/>
        </a:xfrm>
      </p:grpSpPr>
      <p:sp>
        <p:nvSpPr>
          <p:cNvPr id="116" name="Shape 116"/>
          <p:cNvSpPr>
            <a:spLocks noGrp="1"/>
          </p:cNvSpPr>
          <p:nvPr>
            <p:ph type="body" sz="quarter" idx="13"/>
          </p:nvPr>
        </p:nvSpPr>
        <p:spPr>
          <a:xfrm>
            <a:off x="3462748" y="441755"/>
            <a:ext cx="11362508" cy="2513509"/>
          </a:xfrm>
          <a:prstGeom prst="rect">
            <a:avLst/>
          </a:prstGeom>
        </p:spPr>
        <p:txBody>
          <a:bodyPr>
            <a:spAutoFit/>
          </a:bodyPr>
          <a:lstStyle>
            <a:lvl1pPr marL="0" indent="0" algn="ctr">
              <a:lnSpc>
                <a:spcPct val="100000"/>
              </a:lnSpc>
              <a:spcBef>
                <a:spcPts val="0"/>
              </a:spcBef>
              <a:buSzTx/>
              <a:buNone/>
              <a:defRPr sz="8000" cap="all">
                <a:solidFill>
                  <a:srgbClr val="FFFFFF"/>
                </a:solidFill>
                <a:latin typeface="Montserrat SemiBold"/>
                <a:sym typeface="Montserrat SemiBold"/>
              </a:defRPr>
            </a:lvl1pPr>
          </a:lstStyle>
          <a:p>
            <a:pPr marL="0" indent="0" algn="ctr">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three column</a:t>
            </a:r>
          </a:p>
          <a:p>
            <a:pPr marL="0" indent="0" algn="ctr">
              <a:lnSpc>
                <a:spcPct val="100000"/>
              </a:lnSpc>
              <a:spcBef>
                <a:spcPts val="0"/>
              </a:spcBef>
              <a:buSzTx/>
              <a:buNone/>
              <a:defRPr sz="8000" cap="all">
                <a:solidFill>
                  <a:srgbClr val="FFFFFF"/>
                </a:solidFill>
                <a:latin typeface="Montserrat SemiBold"/>
                <a:ea typeface="Montserrat SemiBold"/>
                <a:cs typeface="Montserrat SemiBold"/>
                <a:sym typeface="Montserrat SemiBold"/>
              </a:defRPr>
            </a:pPr>
            <a:r>
              <a:t>layout</a:t>
            </a:r>
          </a:p>
        </p:txBody>
      </p:sp>
      <p:sp>
        <p:nvSpPr>
          <p:cNvPr id="117" name="Shape 117"/>
          <p:cNvSpPr>
            <a:spLocks noGrp="1"/>
          </p:cNvSpPr>
          <p:nvPr>
            <p:ph type="body" sz="quarter" idx="14"/>
          </p:nvPr>
        </p:nvSpPr>
        <p:spPr>
          <a:xfrm>
            <a:off x="8962718" y="2984757"/>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18" name="Shape 118"/>
          <p:cNvSpPr>
            <a:spLocks noGrp="1"/>
          </p:cNvSpPr>
          <p:nvPr>
            <p:ph type="body" sz="quarter" idx="15"/>
          </p:nvPr>
        </p:nvSpPr>
        <p:spPr>
          <a:xfrm>
            <a:off x="6499923" y="3518537"/>
            <a:ext cx="5288154" cy="1877438"/>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19" name="Shape 119"/>
          <p:cNvSpPr>
            <a:spLocks noGrp="1"/>
          </p:cNvSpPr>
          <p:nvPr>
            <p:ph type="body" sz="quarter" idx="16"/>
          </p:nvPr>
        </p:nvSpPr>
        <p:spPr>
          <a:xfrm>
            <a:off x="994473" y="3518537"/>
            <a:ext cx="5288154" cy="1877438"/>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20" name="Shape 120"/>
          <p:cNvSpPr>
            <a:spLocks noGrp="1"/>
          </p:cNvSpPr>
          <p:nvPr>
            <p:ph type="body" sz="quarter" idx="17"/>
          </p:nvPr>
        </p:nvSpPr>
        <p:spPr>
          <a:xfrm>
            <a:off x="12005373" y="3518537"/>
            <a:ext cx="5288154" cy="1877438"/>
          </a:xfrm>
          <a:prstGeom prst="rect">
            <a:avLst/>
          </a:prstGeom>
        </p:spPr>
        <p:txBody>
          <a:bodyPr anchor="t">
            <a:spAutoFit/>
          </a:bodyPr>
          <a:lstStyle>
            <a:lvl1pPr marL="0" indent="0">
              <a:spcBef>
                <a:spcPts val="2250"/>
              </a:spcBef>
              <a:buSzTx/>
              <a:buNone/>
              <a:defRPr>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21" name="Shape 121"/>
          <p:cNvSpPr>
            <a:spLocks noGrp="1"/>
          </p:cNvSpPr>
          <p:nvPr>
            <p:ph type="body" idx="18"/>
          </p:nvPr>
        </p:nvSpPr>
        <p:spPr>
          <a:xfrm>
            <a:off x="1" y="6331072"/>
            <a:ext cx="18288002" cy="6495881"/>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22" name="Shape 122"/>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728488697"/>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Image + Description">
    <p:spTree>
      <p:nvGrpSpPr>
        <p:cNvPr id="1" name=""/>
        <p:cNvGrpSpPr/>
        <p:nvPr/>
      </p:nvGrpSpPr>
      <p:grpSpPr>
        <a:xfrm>
          <a:off x="0" y="0"/>
          <a:ext cx="0" cy="0"/>
          <a:chOff x="0" y="0"/>
          <a:chExt cx="0" cy="0"/>
        </a:xfrm>
      </p:grpSpPr>
      <p:sp>
        <p:nvSpPr>
          <p:cNvPr id="157" name="Shape 157"/>
          <p:cNvSpPr>
            <a:spLocks noGrp="1"/>
          </p:cNvSpPr>
          <p:nvPr>
            <p:ph type="body" sz="quarter" idx="13"/>
          </p:nvPr>
        </p:nvSpPr>
        <p:spPr>
          <a:xfrm>
            <a:off x="789736" y="8254930"/>
            <a:ext cx="5278604"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58" name="Shape 158"/>
          <p:cNvSpPr>
            <a:spLocks noGrp="1"/>
          </p:cNvSpPr>
          <p:nvPr>
            <p:ph type="body" sz="quarter" idx="14"/>
          </p:nvPr>
        </p:nvSpPr>
        <p:spPr>
          <a:xfrm>
            <a:off x="767048" y="7572622"/>
            <a:ext cx="5323980" cy="529247"/>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59" name="Shape 159"/>
          <p:cNvSpPr>
            <a:spLocks noGrp="1"/>
          </p:cNvSpPr>
          <p:nvPr>
            <p:ph type="body" sz="quarter" idx="15"/>
          </p:nvPr>
        </p:nvSpPr>
        <p:spPr>
          <a:xfrm>
            <a:off x="833096" y="848660"/>
            <a:ext cx="7692101" cy="1069524"/>
          </a:xfrm>
          <a:prstGeom prst="rect">
            <a:avLst/>
          </a:prstGeom>
        </p:spPr>
        <p:txBody>
          <a:bodyPr>
            <a:spAutoFit/>
          </a:bodyPr>
          <a:lstStyle>
            <a:lvl1pPr marL="0" indent="0">
              <a:lnSpc>
                <a:spcPct val="100000"/>
              </a:lnSpc>
              <a:spcBef>
                <a:spcPts val="0"/>
              </a:spcBef>
              <a:buSzTx/>
              <a:buNone/>
              <a:defRPr sz="6450" cap="all">
                <a:solidFill>
                  <a:srgbClr val="000000"/>
                </a:solidFill>
                <a:latin typeface="Montserrat SemiBold"/>
                <a:ea typeface="Montserrat SemiBold"/>
                <a:cs typeface="Montserrat SemiBold"/>
                <a:sym typeface="Montserrat SemiBold"/>
              </a:defRPr>
            </a:lvl1pPr>
          </a:lstStyle>
          <a:p>
            <a:r>
              <a:t>Title goes here</a:t>
            </a:r>
          </a:p>
        </p:txBody>
      </p:sp>
      <p:sp>
        <p:nvSpPr>
          <p:cNvPr id="160" name="Shape 160"/>
          <p:cNvSpPr>
            <a:spLocks noGrp="1"/>
          </p:cNvSpPr>
          <p:nvPr>
            <p:ph type="body" sz="quarter" idx="16"/>
          </p:nvPr>
        </p:nvSpPr>
        <p:spPr>
          <a:xfrm>
            <a:off x="826811" y="2307036"/>
            <a:ext cx="11000178" cy="738344"/>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 qui ratione voluptatem sequi nesciunt.</a:t>
            </a:r>
          </a:p>
        </p:txBody>
      </p:sp>
      <p:sp>
        <p:nvSpPr>
          <p:cNvPr id="161" name="Shape 161"/>
          <p:cNvSpPr>
            <a:spLocks noGrp="1"/>
          </p:cNvSpPr>
          <p:nvPr>
            <p:ph type="body" sz="quarter" idx="17"/>
          </p:nvPr>
        </p:nvSpPr>
        <p:spPr>
          <a:xfrm>
            <a:off x="904274" y="2026286"/>
            <a:ext cx="362567" cy="2"/>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62" name="Shape 162"/>
          <p:cNvSpPr>
            <a:spLocks noGrp="1"/>
          </p:cNvSpPr>
          <p:nvPr>
            <p:ph type="body" sz="quarter" idx="18"/>
          </p:nvPr>
        </p:nvSpPr>
        <p:spPr>
          <a:xfrm>
            <a:off x="6571282" y="8254928"/>
            <a:ext cx="5278604"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63" name="Shape 163"/>
          <p:cNvSpPr>
            <a:spLocks noGrp="1"/>
          </p:cNvSpPr>
          <p:nvPr>
            <p:ph type="body" sz="quarter" idx="19"/>
          </p:nvPr>
        </p:nvSpPr>
        <p:spPr>
          <a:xfrm>
            <a:off x="6548591" y="7572622"/>
            <a:ext cx="5323980" cy="529247"/>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64" name="Shape 164"/>
          <p:cNvSpPr>
            <a:spLocks noGrp="1"/>
          </p:cNvSpPr>
          <p:nvPr>
            <p:ph type="body" sz="quarter" idx="20"/>
          </p:nvPr>
        </p:nvSpPr>
        <p:spPr>
          <a:xfrm>
            <a:off x="12219662" y="8254928"/>
            <a:ext cx="5278602"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 magni dolores eos.</a:t>
            </a:r>
          </a:p>
        </p:txBody>
      </p:sp>
      <p:sp>
        <p:nvSpPr>
          <p:cNvPr id="165" name="Shape 165"/>
          <p:cNvSpPr>
            <a:spLocks noGrp="1"/>
          </p:cNvSpPr>
          <p:nvPr>
            <p:ph type="body" sz="quarter" idx="21"/>
          </p:nvPr>
        </p:nvSpPr>
        <p:spPr>
          <a:xfrm>
            <a:off x="12196973" y="7572622"/>
            <a:ext cx="5323980" cy="529247"/>
          </a:xfrm>
          <a:prstGeom prst="rect">
            <a:avLst/>
          </a:prstGeom>
        </p:spPr>
        <p:txBody>
          <a:bodyPr>
            <a:spAutoFit/>
          </a:bodyPr>
          <a:lstStyle>
            <a:lvl1pPr marL="0" indent="0">
              <a:spcBef>
                <a:spcPts val="4425"/>
              </a:spcBef>
              <a:buSzTx/>
              <a:buNone/>
              <a:defRPr sz="2850" b="1">
                <a:solidFill>
                  <a:srgbClr val="000000"/>
                </a:solidFill>
              </a:defRPr>
            </a:lvl1pPr>
          </a:lstStyle>
          <a:p>
            <a:r>
              <a:t>Insert Your Header</a:t>
            </a:r>
          </a:p>
        </p:txBody>
      </p:sp>
      <p:sp>
        <p:nvSpPr>
          <p:cNvPr id="166" name="Shape 166"/>
          <p:cNvSpPr/>
          <p:nvPr/>
        </p:nvSpPr>
        <p:spPr>
          <a:xfrm>
            <a:off x="13917282" y="-1534841"/>
            <a:ext cx="4953342" cy="4953342"/>
          </a:xfrm>
          <a:prstGeom prst="line">
            <a:avLst/>
          </a:prstGeom>
          <a:ln w="12700">
            <a:solidFill>
              <a:srgbClr val="DCDEE0"/>
            </a:solidFill>
            <a:miter lim="400000"/>
          </a:ln>
        </p:spPr>
        <p:txBody>
          <a:bodyPr lIns="38100" tIns="38100" rIns="38100" bIns="38100" anchor="ctr"/>
          <a:lstStyle/>
          <a:p>
            <a:pPr algn="ctr" defTabSz="619125" hangingPunct="0">
              <a:defRPr sz="3200"/>
            </a:pPr>
            <a:endParaRPr sz="4800" kern="0" dirty="0">
              <a:solidFill>
                <a:srgbClr val="000000"/>
              </a:solidFill>
              <a:latin typeface="Helvetica Light"/>
              <a:sym typeface="Helvetica Light"/>
            </a:endParaRPr>
          </a:p>
        </p:txBody>
      </p:sp>
      <p:sp>
        <p:nvSpPr>
          <p:cNvPr id="167" name="Shape 167"/>
          <p:cNvSpPr>
            <a:spLocks noGrp="1"/>
          </p:cNvSpPr>
          <p:nvPr>
            <p:ph type="body" sz="quarter" idx="22"/>
          </p:nvPr>
        </p:nvSpPr>
        <p:spPr>
          <a:xfrm>
            <a:off x="820526" y="3640022"/>
            <a:ext cx="5217023"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68" name="Shape 168"/>
          <p:cNvSpPr>
            <a:spLocks noGrp="1"/>
          </p:cNvSpPr>
          <p:nvPr>
            <p:ph type="body" sz="quarter" idx="23"/>
          </p:nvPr>
        </p:nvSpPr>
        <p:spPr>
          <a:xfrm>
            <a:off x="6535490" y="3640022"/>
            <a:ext cx="5217023"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69" name="Shape 169"/>
          <p:cNvSpPr>
            <a:spLocks noGrp="1"/>
          </p:cNvSpPr>
          <p:nvPr>
            <p:ph type="body" sz="quarter" idx="24"/>
          </p:nvPr>
        </p:nvSpPr>
        <p:spPr>
          <a:xfrm>
            <a:off x="12250454" y="3640022"/>
            <a:ext cx="5217023" cy="3693320"/>
          </a:xfrm>
          <a:prstGeom prst="rect">
            <a:avLst/>
          </a:prstGeom>
          <a:solidFill>
            <a:srgbClr val="5358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70" name="Shape 170"/>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2194015334"/>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Listing">
    <p:spTree>
      <p:nvGrpSpPr>
        <p:cNvPr id="1" name=""/>
        <p:cNvGrpSpPr/>
        <p:nvPr/>
      </p:nvGrpSpPr>
      <p:grpSpPr>
        <a:xfrm>
          <a:off x="0" y="0"/>
          <a:ext cx="0" cy="0"/>
          <a:chOff x="0" y="0"/>
          <a:chExt cx="0" cy="0"/>
        </a:xfrm>
      </p:grpSpPr>
      <p:sp>
        <p:nvSpPr>
          <p:cNvPr id="129" name="Shape 129"/>
          <p:cNvSpPr>
            <a:spLocks noGrp="1"/>
          </p:cNvSpPr>
          <p:nvPr>
            <p:ph type="body" sz="quarter" idx="13"/>
          </p:nvPr>
        </p:nvSpPr>
        <p:spPr>
          <a:xfrm>
            <a:off x="926785" y="934452"/>
            <a:ext cx="3169137" cy="974626"/>
          </a:xfrm>
          <a:prstGeom prst="rect">
            <a:avLst/>
          </a:prstGeom>
        </p:spPr>
        <p:txBody>
          <a:bodyPr wrap="none">
            <a:spAutoFit/>
          </a:bodyPr>
          <a:lstStyle>
            <a:lvl1pPr marL="0" indent="0">
              <a:lnSpc>
                <a:spcPct val="100000"/>
              </a:lnSpc>
              <a:spcBef>
                <a:spcPts val="0"/>
              </a:spcBef>
              <a:buSzTx/>
              <a:buNone/>
              <a:defRPr sz="6000" cap="all">
                <a:solidFill>
                  <a:srgbClr val="000000"/>
                </a:solidFill>
                <a:latin typeface="Montserrat SemiBold"/>
                <a:ea typeface="Montserrat SemiBold"/>
                <a:cs typeface="Montserrat SemiBold"/>
                <a:sym typeface="Montserrat SemiBold"/>
              </a:defRPr>
            </a:lvl1pPr>
          </a:lstStyle>
          <a:p>
            <a:r>
              <a:t>listing</a:t>
            </a:r>
          </a:p>
        </p:txBody>
      </p:sp>
      <p:sp>
        <p:nvSpPr>
          <p:cNvPr id="130" name="Shape 130"/>
          <p:cNvSpPr>
            <a:spLocks noGrp="1"/>
          </p:cNvSpPr>
          <p:nvPr>
            <p:ph type="body" sz="quarter" idx="14"/>
          </p:nvPr>
        </p:nvSpPr>
        <p:spPr>
          <a:xfrm>
            <a:off x="1037623" y="2155565"/>
            <a:ext cx="362567" cy="2"/>
          </a:xfrm>
          <a:prstGeom prst="line">
            <a:avLst/>
          </a:prstGeom>
          <a:ln w="63500">
            <a:solidFill>
              <a:srgbClr val="000000"/>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31" name="Shape 131"/>
          <p:cNvSpPr>
            <a:spLocks noGrp="1"/>
          </p:cNvSpPr>
          <p:nvPr>
            <p:ph type="body" sz="quarter" idx="15"/>
          </p:nvPr>
        </p:nvSpPr>
        <p:spPr>
          <a:xfrm>
            <a:off x="1913996" y="357791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2" name="Shape 132"/>
          <p:cNvSpPr>
            <a:spLocks noGrp="1"/>
          </p:cNvSpPr>
          <p:nvPr>
            <p:ph type="body" sz="quarter" idx="16"/>
          </p:nvPr>
        </p:nvSpPr>
        <p:spPr>
          <a:xfrm>
            <a:off x="885751" y="2858776"/>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1</a:t>
            </a:r>
          </a:p>
        </p:txBody>
      </p:sp>
      <p:sp>
        <p:nvSpPr>
          <p:cNvPr id="133" name="Shape 133"/>
          <p:cNvSpPr>
            <a:spLocks noGrp="1"/>
          </p:cNvSpPr>
          <p:nvPr>
            <p:ph type="body" sz="quarter" idx="17"/>
          </p:nvPr>
        </p:nvSpPr>
        <p:spPr>
          <a:xfrm>
            <a:off x="1891309" y="306328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34" name="Shape 134"/>
          <p:cNvSpPr>
            <a:spLocks noGrp="1"/>
          </p:cNvSpPr>
          <p:nvPr>
            <p:ph type="body" sz="quarter" idx="18"/>
          </p:nvPr>
        </p:nvSpPr>
        <p:spPr>
          <a:xfrm>
            <a:off x="7481956" y="357791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5" name="Shape 135"/>
          <p:cNvSpPr>
            <a:spLocks noGrp="1"/>
          </p:cNvSpPr>
          <p:nvPr>
            <p:ph type="body" sz="quarter" idx="19"/>
          </p:nvPr>
        </p:nvSpPr>
        <p:spPr>
          <a:xfrm>
            <a:off x="6453710" y="2858776"/>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2</a:t>
            </a:r>
          </a:p>
        </p:txBody>
      </p:sp>
      <p:sp>
        <p:nvSpPr>
          <p:cNvPr id="136" name="Shape 136"/>
          <p:cNvSpPr>
            <a:spLocks noGrp="1"/>
          </p:cNvSpPr>
          <p:nvPr>
            <p:ph type="body" sz="quarter" idx="20"/>
          </p:nvPr>
        </p:nvSpPr>
        <p:spPr>
          <a:xfrm>
            <a:off x="7459267" y="306328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37" name="Shape 137"/>
          <p:cNvSpPr>
            <a:spLocks noGrp="1"/>
          </p:cNvSpPr>
          <p:nvPr>
            <p:ph type="body" sz="quarter" idx="21"/>
          </p:nvPr>
        </p:nvSpPr>
        <p:spPr>
          <a:xfrm>
            <a:off x="1913996" y="576866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38" name="Shape 138"/>
          <p:cNvSpPr>
            <a:spLocks noGrp="1"/>
          </p:cNvSpPr>
          <p:nvPr>
            <p:ph type="body" sz="quarter" idx="22"/>
          </p:nvPr>
        </p:nvSpPr>
        <p:spPr>
          <a:xfrm>
            <a:off x="885751" y="5049524"/>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3</a:t>
            </a:r>
          </a:p>
        </p:txBody>
      </p:sp>
      <p:sp>
        <p:nvSpPr>
          <p:cNvPr id="139" name="Shape 139"/>
          <p:cNvSpPr>
            <a:spLocks noGrp="1"/>
          </p:cNvSpPr>
          <p:nvPr>
            <p:ph type="body" sz="quarter" idx="23"/>
          </p:nvPr>
        </p:nvSpPr>
        <p:spPr>
          <a:xfrm>
            <a:off x="1891309" y="525403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0" name="Shape 140"/>
          <p:cNvSpPr>
            <a:spLocks noGrp="1"/>
          </p:cNvSpPr>
          <p:nvPr>
            <p:ph type="body" sz="quarter" idx="24"/>
          </p:nvPr>
        </p:nvSpPr>
        <p:spPr>
          <a:xfrm>
            <a:off x="7481956" y="576866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1" name="Shape 141"/>
          <p:cNvSpPr>
            <a:spLocks noGrp="1"/>
          </p:cNvSpPr>
          <p:nvPr>
            <p:ph type="body" sz="quarter" idx="25"/>
          </p:nvPr>
        </p:nvSpPr>
        <p:spPr>
          <a:xfrm>
            <a:off x="6453710" y="5049524"/>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4</a:t>
            </a:r>
          </a:p>
        </p:txBody>
      </p:sp>
      <p:sp>
        <p:nvSpPr>
          <p:cNvPr id="142" name="Shape 142"/>
          <p:cNvSpPr>
            <a:spLocks noGrp="1"/>
          </p:cNvSpPr>
          <p:nvPr>
            <p:ph type="body" sz="quarter" idx="26"/>
          </p:nvPr>
        </p:nvSpPr>
        <p:spPr>
          <a:xfrm>
            <a:off x="7459267" y="525403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3" name="Shape 143"/>
          <p:cNvSpPr>
            <a:spLocks noGrp="1"/>
          </p:cNvSpPr>
          <p:nvPr>
            <p:ph type="body" sz="quarter" idx="27"/>
          </p:nvPr>
        </p:nvSpPr>
        <p:spPr>
          <a:xfrm>
            <a:off x="1913996" y="795941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4" name="Shape 144"/>
          <p:cNvSpPr>
            <a:spLocks noGrp="1"/>
          </p:cNvSpPr>
          <p:nvPr>
            <p:ph type="body" sz="quarter" idx="28"/>
          </p:nvPr>
        </p:nvSpPr>
        <p:spPr>
          <a:xfrm>
            <a:off x="885751" y="7240276"/>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5</a:t>
            </a:r>
          </a:p>
        </p:txBody>
      </p:sp>
      <p:sp>
        <p:nvSpPr>
          <p:cNvPr id="145" name="Shape 145"/>
          <p:cNvSpPr>
            <a:spLocks noGrp="1"/>
          </p:cNvSpPr>
          <p:nvPr>
            <p:ph type="body" sz="quarter" idx="29"/>
          </p:nvPr>
        </p:nvSpPr>
        <p:spPr>
          <a:xfrm>
            <a:off x="1891309" y="744478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6" name="Shape 146"/>
          <p:cNvSpPr>
            <a:spLocks noGrp="1"/>
          </p:cNvSpPr>
          <p:nvPr>
            <p:ph type="body" sz="quarter" idx="30"/>
          </p:nvPr>
        </p:nvSpPr>
        <p:spPr>
          <a:xfrm>
            <a:off x="7481956" y="7959413"/>
            <a:ext cx="4396466" cy="1098442"/>
          </a:xfrm>
          <a:prstGeom prst="rect">
            <a:avLst/>
          </a:prstGeom>
        </p:spPr>
        <p:txBody>
          <a:bodyPr anchor="t">
            <a:spAutoFit/>
          </a:bodyPr>
          <a:lstStyle>
            <a:lvl1pPr marL="0" indent="0">
              <a:spcBef>
                <a:spcPts val="2250"/>
              </a:spcBef>
              <a:buSzTx/>
              <a:buNone/>
              <a:defRPr>
                <a:solidFill>
                  <a:srgbClr val="53585F"/>
                </a:solidFill>
              </a:defRPr>
            </a:lvl1pPr>
          </a:lstStyle>
          <a:p>
            <a:r>
              <a:t>Nemo enim ipsam voluptatem quia voluptas sit aspernatur aut odit aut fugit, sed quia consequuntur.</a:t>
            </a:r>
          </a:p>
        </p:txBody>
      </p:sp>
      <p:sp>
        <p:nvSpPr>
          <p:cNvPr id="147" name="Shape 147"/>
          <p:cNvSpPr>
            <a:spLocks noGrp="1"/>
          </p:cNvSpPr>
          <p:nvPr>
            <p:ph type="body" sz="quarter" idx="31"/>
          </p:nvPr>
        </p:nvSpPr>
        <p:spPr>
          <a:xfrm>
            <a:off x="6453710" y="7240276"/>
            <a:ext cx="839621" cy="1238252"/>
          </a:xfrm>
          <a:prstGeom prst="rect">
            <a:avLst/>
          </a:prstGeom>
        </p:spPr>
        <p:txBody>
          <a:bodyPr>
            <a:spAutoFit/>
          </a:bodyPr>
          <a:lstStyle>
            <a:lvl1pPr marL="0" indent="0">
              <a:lnSpc>
                <a:spcPct val="100000"/>
              </a:lnSpc>
              <a:spcBef>
                <a:spcPts val="0"/>
              </a:spcBef>
              <a:buSzTx/>
              <a:buNone/>
              <a:defRPr sz="7500" cap="all">
                <a:solidFill>
                  <a:srgbClr val="000000"/>
                </a:solidFill>
                <a:latin typeface="Montserrat SemiBold"/>
                <a:ea typeface="Montserrat SemiBold"/>
                <a:cs typeface="Montserrat SemiBold"/>
                <a:sym typeface="Montserrat SemiBold"/>
              </a:defRPr>
            </a:lvl1pPr>
          </a:lstStyle>
          <a:p>
            <a:r>
              <a:t>6</a:t>
            </a:r>
          </a:p>
        </p:txBody>
      </p:sp>
      <p:sp>
        <p:nvSpPr>
          <p:cNvPr id="148" name="Shape 148"/>
          <p:cNvSpPr>
            <a:spLocks noGrp="1"/>
          </p:cNvSpPr>
          <p:nvPr>
            <p:ph type="body" sz="quarter" idx="32"/>
          </p:nvPr>
        </p:nvSpPr>
        <p:spPr>
          <a:xfrm>
            <a:off x="7459267" y="7444780"/>
            <a:ext cx="4396466" cy="403444"/>
          </a:xfrm>
          <a:prstGeom prst="rect">
            <a:avLst/>
          </a:prstGeom>
        </p:spPr>
        <p:txBody>
          <a:bodyPr>
            <a:spAutoFit/>
          </a:bodyPr>
          <a:lstStyle>
            <a:lvl1pPr marL="0" indent="0">
              <a:spcBef>
                <a:spcPts val="4425"/>
              </a:spcBef>
              <a:buSzTx/>
              <a:buNone/>
              <a:defRPr sz="2100" b="1">
                <a:solidFill>
                  <a:srgbClr val="000000"/>
                </a:solidFill>
              </a:defRPr>
            </a:lvl1pPr>
          </a:lstStyle>
          <a:p>
            <a:r>
              <a:t>Insert Your Header</a:t>
            </a:r>
          </a:p>
        </p:txBody>
      </p:sp>
      <p:sp>
        <p:nvSpPr>
          <p:cNvPr id="149" name="Shape 149"/>
          <p:cNvSpPr>
            <a:spLocks noGrp="1"/>
          </p:cNvSpPr>
          <p:nvPr>
            <p:ph type="body" sz="half" idx="33"/>
          </p:nvPr>
        </p:nvSpPr>
        <p:spPr>
          <a:xfrm>
            <a:off x="12531926" y="-1"/>
            <a:ext cx="6963372" cy="10287002"/>
          </a:xfrm>
          <a:prstGeom prst="rect">
            <a:avLst/>
          </a:prstGeom>
          <a:solidFill>
            <a:srgbClr val="AE275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dirty="0"/>
          </a:p>
        </p:txBody>
      </p:sp>
      <p:sp>
        <p:nvSpPr>
          <p:cNvPr id="150" name="Shape 150"/>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013877462"/>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Quote">
    <p:bg>
      <p:bgPr>
        <a:solidFill>
          <a:srgbClr val="000000"/>
        </a:solidFill>
        <a:effectLst/>
      </p:bgPr>
    </p:bg>
    <p:spTree>
      <p:nvGrpSpPr>
        <p:cNvPr id="1" name=""/>
        <p:cNvGrpSpPr/>
        <p:nvPr/>
      </p:nvGrpSpPr>
      <p:grpSpPr>
        <a:xfrm>
          <a:off x="0" y="0"/>
          <a:ext cx="0" cy="0"/>
          <a:chOff x="0" y="0"/>
          <a:chExt cx="0" cy="0"/>
        </a:xfrm>
      </p:grpSpPr>
      <p:sp>
        <p:nvSpPr>
          <p:cNvPr id="177" name="Shape 177"/>
          <p:cNvSpPr>
            <a:spLocks noGrp="1"/>
          </p:cNvSpPr>
          <p:nvPr>
            <p:ph type="body" idx="13"/>
          </p:nvPr>
        </p:nvSpPr>
        <p:spPr>
          <a:xfrm>
            <a:off x="-1" y="-47552"/>
            <a:ext cx="18288002" cy="10382103"/>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78" name="Shape 178"/>
          <p:cNvSpPr>
            <a:spLocks noGrp="1"/>
          </p:cNvSpPr>
          <p:nvPr>
            <p:ph type="body" sz="quarter" idx="14"/>
          </p:nvPr>
        </p:nvSpPr>
        <p:spPr>
          <a:xfrm>
            <a:off x="3786193" y="3994788"/>
            <a:ext cx="10715618" cy="1259640"/>
          </a:xfrm>
          <a:prstGeom prst="rect">
            <a:avLst/>
          </a:prstGeom>
        </p:spPr>
        <p:txBody>
          <a:bodyPr anchor="t">
            <a:spAutoFit/>
          </a:bodyPr>
          <a:lstStyle>
            <a:lvl1pPr marL="0" indent="0" algn="ctr">
              <a:spcBef>
                <a:spcPts val="2250"/>
              </a:spcBef>
              <a:buSzTx/>
              <a:buNone/>
              <a:defRPr sz="2250">
                <a:solidFill>
                  <a:srgbClr val="FFFFFF"/>
                </a:solidFill>
              </a:defRPr>
            </a:lvl1pPr>
          </a:lstStyle>
          <a:p>
            <a:r>
              <a:t>Ut enim ad minima veniam, quis nostrum exercitationem ullam corporis suscipit laboriosam, nisi ut aliquid ex ea commodi consequatur? Qui dolorem ipsum quia dolor sit amet, consectetur, adipisci velit.</a:t>
            </a:r>
          </a:p>
        </p:txBody>
      </p:sp>
      <p:sp>
        <p:nvSpPr>
          <p:cNvPr id="179" name="Shape 179"/>
          <p:cNvSpPr>
            <a:spLocks noGrp="1"/>
          </p:cNvSpPr>
          <p:nvPr>
            <p:ph type="body" sz="quarter" idx="15"/>
          </p:nvPr>
        </p:nvSpPr>
        <p:spPr>
          <a:xfrm>
            <a:off x="3171392" y="2566988"/>
            <a:ext cx="1952180" cy="3505200"/>
          </a:xfrm>
          <a:prstGeom prst="rect">
            <a:avLst/>
          </a:prstGeom>
        </p:spPr>
        <p:txBody>
          <a:bodyPr anchor="t">
            <a:spAutoFit/>
          </a:bodyPr>
          <a:lstStyle>
            <a:lvl1pPr marL="0" indent="0">
              <a:lnSpc>
                <a:spcPct val="100000"/>
              </a:lnSpc>
              <a:spcBef>
                <a:spcPts val="4425"/>
              </a:spcBef>
              <a:buSzTx/>
              <a:buNone/>
              <a:defRPr sz="22500" i="1">
                <a:solidFill>
                  <a:srgbClr val="FFFFFF"/>
                </a:solidFill>
              </a:defRPr>
            </a:lvl1pPr>
          </a:lstStyle>
          <a:p>
            <a:r>
              <a:t>“</a:t>
            </a:r>
          </a:p>
        </p:txBody>
      </p:sp>
      <p:sp>
        <p:nvSpPr>
          <p:cNvPr id="180" name="Shape 180"/>
          <p:cNvSpPr>
            <a:spLocks noGrp="1"/>
          </p:cNvSpPr>
          <p:nvPr>
            <p:ph type="body" sz="quarter" idx="16"/>
          </p:nvPr>
        </p:nvSpPr>
        <p:spPr>
          <a:xfrm>
            <a:off x="3560196" y="6204586"/>
            <a:ext cx="11167608" cy="1037913"/>
          </a:xfrm>
          <a:prstGeom prst="rect">
            <a:avLst/>
          </a:prstGeom>
        </p:spPr>
        <p:txBody>
          <a:bodyPr anchor="t">
            <a:spAutoFit/>
          </a:bodyPr>
          <a:lstStyle>
            <a:lvl1pPr marL="0" indent="0" algn="ctr">
              <a:spcBef>
                <a:spcPts val="2250"/>
              </a:spcBef>
              <a:buSzTx/>
              <a:buNone/>
              <a:defRPr sz="2800" i="1">
                <a:solidFill>
                  <a:srgbClr val="FFFFFF"/>
                </a:solidFill>
              </a:defRPr>
            </a:lvl1pPr>
          </a:lstStyle>
          <a:p>
            <a:pPr marL="0" indent="0" algn="ctr">
              <a:spcBef>
                <a:spcPts val="3000"/>
              </a:spcBef>
              <a:buSzTx/>
              <a:buNone/>
              <a:defRPr sz="2800" i="1">
                <a:solidFill>
                  <a:srgbClr val="FFFFFF"/>
                </a:solidFill>
              </a:defRPr>
            </a:pPr>
            <a:r>
              <a:t>- Jonathan Thorn -</a:t>
            </a:r>
            <a:br/>
            <a:r>
              <a:t>Founder of Caffeine Cafe</a:t>
            </a:r>
          </a:p>
        </p:txBody>
      </p:sp>
      <p:sp>
        <p:nvSpPr>
          <p:cNvPr id="181" name="Shape 181"/>
          <p:cNvSpPr>
            <a:spLocks noGrp="1"/>
          </p:cNvSpPr>
          <p:nvPr>
            <p:ph type="body" sz="quarter" idx="17"/>
          </p:nvPr>
        </p:nvSpPr>
        <p:spPr>
          <a:xfrm>
            <a:off x="14029891" y="4319588"/>
            <a:ext cx="1952180" cy="3505200"/>
          </a:xfrm>
          <a:prstGeom prst="rect">
            <a:avLst/>
          </a:prstGeom>
        </p:spPr>
        <p:txBody>
          <a:bodyPr anchor="t">
            <a:spAutoFit/>
          </a:bodyPr>
          <a:lstStyle>
            <a:lvl1pPr marL="0" indent="0">
              <a:lnSpc>
                <a:spcPct val="100000"/>
              </a:lnSpc>
              <a:spcBef>
                <a:spcPts val="4425"/>
              </a:spcBef>
              <a:buSzTx/>
              <a:buNone/>
              <a:defRPr sz="22500" i="1">
                <a:solidFill>
                  <a:srgbClr val="FFFFFF"/>
                </a:solidFill>
              </a:defRPr>
            </a:lvl1pPr>
          </a:lstStyle>
          <a:p>
            <a:r>
              <a:t>”</a:t>
            </a:r>
          </a:p>
        </p:txBody>
      </p:sp>
      <p:sp>
        <p:nvSpPr>
          <p:cNvPr id="182" name="Shape 182"/>
          <p:cNvSpPr>
            <a:spLocks noGrp="1"/>
          </p:cNvSpPr>
          <p:nvPr>
            <p:ph type="body" sz="quarter" idx="18"/>
          </p:nvPr>
        </p:nvSpPr>
        <p:spPr>
          <a:xfrm>
            <a:off x="8962718" y="5801680"/>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83" name="Shape 183"/>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304039736"/>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Thank You">
    <p:spTree>
      <p:nvGrpSpPr>
        <p:cNvPr id="1" name=""/>
        <p:cNvGrpSpPr/>
        <p:nvPr/>
      </p:nvGrpSpPr>
      <p:grpSpPr>
        <a:xfrm>
          <a:off x="0" y="0"/>
          <a:ext cx="0" cy="0"/>
          <a:chOff x="0" y="0"/>
          <a:chExt cx="0" cy="0"/>
        </a:xfrm>
      </p:grpSpPr>
      <p:sp>
        <p:nvSpPr>
          <p:cNvPr id="190" name="Shape 190"/>
          <p:cNvSpPr>
            <a:spLocks noGrp="1"/>
          </p:cNvSpPr>
          <p:nvPr>
            <p:ph type="body" idx="13"/>
          </p:nvPr>
        </p:nvSpPr>
        <p:spPr>
          <a:xfrm>
            <a:off x="-1" y="-47552"/>
            <a:ext cx="18288002" cy="10382103"/>
          </a:xfrm>
          <a:prstGeom prst="rect">
            <a:avLst/>
          </a:prstGeom>
          <a:solidFill>
            <a:srgbClr val="53585F"/>
          </a:solidFill>
          <a:effectLst>
            <a:outerShdw blurRad="38100" dist="25400" dir="5400000" rotWithShape="0">
              <a:srgbClr val="000000">
                <a:alpha val="50000"/>
              </a:srgbClr>
            </a:outerShdw>
          </a:effectLst>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191" name="Shape 191"/>
          <p:cNvSpPr>
            <a:spLocks noGrp="1"/>
          </p:cNvSpPr>
          <p:nvPr>
            <p:ph type="body" sz="quarter" idx="14"/>
          </p:nvPr>
        </p:nvSpPr>
        <p:spPr>
          <a:xfrm>
            <a:off x="1437970" y="3005632"/>
            <a:ext cx="362567" cy="2"/>
          </a:xfrm>
          <a:prstGeom prst="line">
            <a:avLst/>
          </a:prstGeom>
          <a:ln w="63500">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92" name="Shape 192"/>
          <p:cNvSpPr>
            <a:spLocks noGrp="1"/>
          </p:cNvSpPr>
          <p:nvPr>
            <p:ph type="body" sz="quarter" idx="15"/>
          </p:nvPr>
        </p:nvSpPr>
        <p:spPr>
          <a:xfrm>
            <a:off x="1340343" y="1558994"/>
            <a:ext cx="7530114" cy="1238252"/>
          </a:xfrm>
          <a:prstGeom prst="rect">
            <a:avLst/>
          </a:prstGeom>
        </p:spPr>
        <p:txBody>
          <a:bodyPr>
            <a:spAutoFit/>
          </a:bodyPr>
          <a:lstStyle>
            <a:lvl1pPr marL="0" indent="0">
              <a:lnSpc>
                <a:spcPct val="100000"/>
              </a:lnSpc>
              <a:spcBef>
                <a:spcPts val="0"/>
              </a:spcBef>
              <a:buSzTx/>
              <a:buNone/>
              <a:defRPr sz="7500" cap="all">
                <a:solidFill>
                  <a:srgbClr val="FFFFFF"/>
                </a:solidFill>
                <a:latin typeface="Montserrat SemiBold"/>
                <a:ea typeface="Montserrat SemiBold"/>
                <a:cs typeface="Montserrat SemiBold"/>
                <a:sym typeface="Montserrat SemiBold"/>
              </a:defRPr>
            </a:lvl1pPr>
          </a:lstStyle>
          <a:p>
            <a:r>
              <a:t>say hello!</a:t>
            </a:r>
          </a:p>
        </p:txBody>
      </p:sp>
      <p:sp>
        <p:nvSpPr>
          <p:cNvPr id="193" name="Shape 193"/>
          <p:cNvSpPr>
            <a:spLocks noGrp="1"/>
          </p:cNvSpPr>
          <p:nvPr>
            <p:ph type="body" sz="quarter" idx="16"/>
          </p:nvPr>
        </p:nvSpPr>
        <p:spPr>
          <a:xfrm>
            <a:off x="3372838" y="6122315"/>
            <a:ext cx="8971361" cy="378245"/>
          </a:xfrm>
          <a:prstGeom prst="rect">
            <a:avLst/>
          </a:prstGeom>
        </p:spPr>
        <p:txBody>
          <a:bodyPr anchor="t">
            <a:spAutoFit/>
          </a:bodyPr>
          <a:lstStyle>
            <a:lvl1pPr marL="0" indent="0">
              <a:spcBef>
                <a:spcPts val="4425"/>
              </a:spcBef>
              <a:buSzTx/>
              <a:buNone/>
              <a:defRPr u="sng">
                <a:solidFill>
                  <a:srgbClr val="FFFFFF"/>
                </a:solidFill>
                <a:hlinkClick r:id="" action="ppaction://noaction"/>
              </a:defRPr>
            </a:lvl1pPr>
          </a:lstStyle>
          <a:p>
            <a:pPr>
              <a:defRPr u="none"/>
            </a:pPr>
            <a:r>
              <a:rPr u="sng">
                <a:hlinkClick r:id="rId2"/>
              </a:rPr>
              <a:t>www.caffeine.com</a:t>
            </a:r>
          </a:p>
        </p:txBody>
      </p:sp>
      <p:sp>
        <p:nvSpPr>
          <p:cNvPr id="194" name="Shape 194"/>
          <p:cNvSpPr>
            <a:spLocks noGrp="1"/>
          </p:cNvSpPr>
          <p:nvPr>
            <p:ph type="body" sz="quarter" idx="17"/>
          </p:nvPr>
        </p:nvSpPr>
        <p:spPr>
          <a:xfrm>
            <a:off x="1345693" y="3286620"/>
            <a:ext cx="10282454" cy="791242"/>
          </a:xfrm>
          <a:prstGeom prst="rect">
            <a:avLst/>
          </a:prstGeom>
        </p:spPr>
        <p:txBody>
          <a:bodyPr anchor="t">
            <a:spAutoFit/>
          </a:bodyPr>
          <a:lstStyle>
            <a:lvl1pPr marL="0" indent="0">
              <a:spcBef>
                <a:spcPts val="2250"/>
              </a:spcBef>
              <a:buSzTx/>
              <a:buNone/>
              <a:defRPr sz="2100">
                <a:solidFill>
                  <a:srgbClr val="FFFFFF"/>
                </a:solidFill>
              </a:defRPr>
            </a:lvl1pPr>
          </a:lstStyle>
          <a:p>
            <a:r>
              <a:t>Nemo enim ipsam voluptatem quia voluptas sit aspernatur aut odit aut fugit, sed quia consequuntur magni dolores eos qui ratione voluptatem sequi nesciunt.</a:t>
            </a:r>
          </a:p>
        </p:txBody>
      </p:sp>
      <p:sp>
        <p:nvSpPr>
          <p:cNvPr id="195" name="Shape 195"/>
          <p:cNvSpPr>
            <a:spLocks noGrp="1"/>
          </p:cNvSpPr>
          <p:nvPr>
            <p:ph type="body" sz="half" idx="18"/>
          </p:nvPr>
        </p:nvSpPr>
        <p:spPr>
          <a:xfrm flipV="1">
            <a:off x="11215501" y="3505493"/>
            <a:ext cx="7842812" cy="7842812"/>
          </a:xfrm>
          <a:prstGeom prst="line">
            <a:avLst/>
          </a:prstGeom>
          <a:ln>
            <a:solidFill>
              <a:srgbClr val="FFFFFF"/>
            </a:solidFill>
          </a:ln>
        </p:spPr>
        <p:txBody>
          <a:bodyPr>
            <a:noAutofit/>
          </a:bodyPr>
          <a:lstStyle>
            <a:lvl1pPr marL="0" indent="0" algn="ctr">
              <a:lnSpc>
                <a:spcPct val="100000"/>
              </a:lnSpc>
              <a:spcBef>
                <a:spcPts val="0"/>
              </a:spcBef>
              <a:buSzTx/>
              <a:buNone/>
              <a:defRPr sz="3200">
                <a:solidFill>
                  <a:srgbClr val="000000"/>
                </a:solidFill>
                <a:latin typeface="Helvetica Light"/>
                <a:sym typeface="Helvetica Light"/>
              </a:defRPr>
            </a:lvl1pPr>
          </a:lstStyle>
          <a:p>
            <a:pPr marL="0" indent="0" algn="ctr">
              <a:lnSpc>
                <a:spcPct val="100000"/>
              </a:lnSpc>
              <a:spcBef>
                <a:spcPts val="0"/>
              </a:spcBef>
              <a:buSzTx/>
              <a:buNone/>
              <a:defRPr sz="3200">
                <a:solidFill>
                  <a:srgbClr val="000000"/>
                </a:solidFill>
                <a:latin typeface="Helvetica Light"/>
                <a:ea typeface="Helvetica Light"/>
                <a:cs typeface="Helvetica Light"/>
                <a:sym typeface="Helvetica Light"/>
              </a:defRPr>
            </a:pPr>
            <a:endParaRPr/>
          </a:p>
        </p:txBody>
      </p:sp>
      <p:sp>
        <p:nvSpPr>
          <p:cNvPr id="196" name="Shape 196"/>
          <p:cNvSpPr>
            <a:spLocks noGrp="1"/>
          </p:cNvSpPr>
          <p:nvPr>
            <p:ph type="body" sz="quarter" idx="19"/>
          </p:nvPr>
        </p:nvSpPr>
        <p:spPr>
          <a:xfrm>
            <a:off x="3372838" y="4627527"/>
            <a:ext cx="8971361" cy="378245"/>
          </a:xfrm>
          <a:prstGeom prst="rect">
            <a:avLst/>
          </a:prstGeom>
        </p:spPr>
        <p:txBody>
          <a:bodyPr anchor="t">
            <a:spAutoFit/>
          </a:bodyPr>
          <a:lstStyle>
            <a:lvl1pPr marL="0" indent="0">
              <a:spcBef>
                <a:spcPts val="4425"/>
              </a:spcBef>
              <a:buSzTx/>
              <a:buNone/>
              <a:defRPr>
                <a:solidFill>
                  <a:srgbClr val="FFFFFF"/>
                </a:solidFill>
              </a:defRPr>
            </a:lvl1pPr>
          </a:lstStyle>
          <a:p>
            <a:r>
              <a:t>12A, North Bridge Road, 548 128, Singapore City</a:t>
            </a:r>
          </a:p>
        </p:txBody>
      </p:sp>
      <p:sp>
        <p:nvSpPr>
          <p:cNvPr id="197" name="Shape 197"/>
          <p:cNvSpPr>
            <a:spLocks noGrp="1"/>
          </p:cNvSpPr>
          <p:nvPr>
            <p:ph type="body" sz="quarter" idx="20"/>
          </p:nvPr>
        </p:nvSpPr>
        <p:spPr>
          <a:xfrm>
            <a:off x="3372838" y="5125790"/>
            <a:ext cx="8971361" cy="378245"/>
          </a:xfrm>
          <a:prstGeom prst="rect">
            <a:avLst/>
          </a:prstGeom>
        </p:spPr>
        <p:txBody>
          <a:bodyPr anchor="t">
            <a:spAutoFit/>
          </a:bodyPr>
          <a:lstStyle>
            <a:lvl1pPr marL="0" indent="0">
              <a:spcBef>
                <a:spcPts val="4425"/>
              </a:spcBef>
              <a:buSzTx/>
              <a:buNone/>
              <a:defRPr>
                <a:solidFill>
                  <a:srgbClr val="FFFFFF"/>
                </a:solidFill>
              </a:defRPr>
            </a:lvl1pPr>
          </a:lstStyle>
          <a:p>
            <a:r>
              <a:t>+65 8392 1384</a:t>
            </a:r>
          </a:p>
        </p:txBody>
      </p:sp>
      <p:sp>
        <p:nvSpPr>
          <p:cNvPr id="198" name="Shape 198"/>
          <p:cNvSpPr>
            <a:spLocks noGrp="1"/>
          </p:cNvSpPr>
          <p:nvPr>
            <p:ph type="body" sz="quarter" idx="21"/>
          </p:nvPr>
        </p:nvSpPr>
        <p:spPr>
          <a:xfrm>
            <a:off x="3372838" y="5624052"/>
            <a:ext cx="8971361" cy="378245"/>
          </a:xfrm>
          <a:prstGeom prst="rect">
            <a:avLst/>
          </a:prstGeom>
        </p:spPr>
        <p:txBody>
          <a:bodyPr anchor="t">
            <a:spAutoFit/>
          </a:bodyPr>
          <a:lstStyle>
            <a:lvl1pPr marL="0" indent="0">
              <a:spcBef>
                <a:spcPts val="4425"/>
              </a:spcBef>
              <a:buSzTx/>
              <a:buNone/>
              <a:defRPr u="sng">
                <a:solidFill>
                  <a:srgbClr val="FFFFFF"/>
                </a:solidFill>
                <a:hlinkClick r:id="" action="ppaction://noaction"/>
              </a:defRPr>
            </a:lvl1pPr>
          </a:lstStyle>
          <a:p>
            <a:pPr>
              <a:defRPr u="none"/>
            </a:pPr>
            <a:r>
              <a:rPr u="sng">
                <a:hlinkClick r:id="rId3"/>
              </a:rPr>
              <a:t>hello@caffeine.com</a:t>
            </a:r>
          </a:p>
        </p:txBody>
      </p:sp>
      <p:sp>
        <p:nvSpPr>
          <p:cNvPr id="199" name="Shape 199"/>
          <p:cNvSpPr>
            <a:spLocks noGrp="1"/>
          </p:cNvSpPr>
          <p:nvPr>
            <p:ph type="body" sz="quarter" idx="22"/>
          </p:nvPr>
        </p:nvSpPr>
        <p:spPr>
          <a:xfrm>
            <a:off x="1353537" y="4627527"/>
            <a:ext cx="1636665" cy="378245"/>
          </a:xfrm>
          <a:prstGeom prst="rect">
            <a:avLst/>
          </a:prstGeom>
        </p:spPr>
        <p:txBody>
          <a:bodyPr anchor="t">
            <a:spAutoFit/>
          </a:bodyPr>
          <a:lstStyle>
            <a:lvl1pPr marL="0" indent="0">
              <a:spcBef>
                <a:spcPts val="4425"/>
              </a:spcBef>
              <a:buSzTx/>
              <a:buNone/>
              <a:defRPr b="1">
                <a:solidFill>
                  <a:srgbClr val="FFFFFF"/>
                </a:solidFill>
              </a:defRPr>
            </a:lvl1pPr>
          </a:lstStyle>
          <a:p>
            <a:r>
              <a:t>Location</a:t>
            </a:r>
          </a:p>
        </p:txBody>
      </p:sp>
      <p:sp>
        <p:nvSpPr>
          <p:cNvPr id="200" name="Shape 200"/>
          <p:cNvSpPr>
            <a:spLocks noGrp="1"/>
          </p:cNvSpPr>
          <p:nvPr>
            <p:ph type="body" sz="quarter" idx="23"/>
          </p:nvPr>
        </p:nvSpPr>
        <p:spPr>
          <a:xfrm>
            <a:off x="1353537" y="5125790"/>
            <a:ext cx="1636665" cy="378245"/>
          </a:xfrm>
          <a:prstGeom prst="rect">
            <a:avLst/>
          </a:prstGeom>
        </p:spPr>
        <p:txBody>
          <a:bodyPr anchor="t">
            <a:spAutoFit/>
          </a:bodyPr>
          <a:lstStyle>
            <a:lvl1pPr marL="0" indent="0">
              <a:spcBef>
                <a:spcPts val="4425"/>
              </a:spcBef>
              <a:buSzTx/>
              <a:buNone/>
              <a:defRPr b="1">
                <a:solidFill>
                  <a:srgbClr val="FFFFFF"/>
                </a:solidFill>
              </a:defRPr>
            </a:lvl1pPr>
          </a:lstStyle>
          <a:p>
            <a:r>
              <a:t>Reservation</a:t>
            </a:r>
          </a:p>
        </p:txBody>
      </p:sp>
      <p:sp>
        <p:nvSpPr>
          <p:cNvPr id="201" name="Shape 201"/>
          <p:cNvSpPr>
            <a:spLocks noGrp="1"/>
          </p:cNvSpPr>
          <p:nvPr>
            <p:ph type="body" sz="quarter" idx="24"/>
          </p:nvPr>
        </p:nvSpPr>
        <p:spPr>
          <a:xfrm>
            <a:off x="1353537" y="5624052"/>
            <a:ext cx="1636665" cy="378245"/>
          </a:xfrm>
          <a:prstGeom prst="rect">
            <a:avLst/>
          </a:prstGeom>
        </p:spPr>
        <p:txBody>
          <a:bodyPr anchor="t">
            <a:spAutoFit/>
          </a:bodyPr>
          <a:lstStyle>
            <a:lvl1pPr marL="0" indent="0">
              <a:spcBef>
                <a:spcPts val="4425"/>
              </a:spcBef>
              <a:buSzTx/>
              <a:buNone/>
              <a:defRPr b="1">
                <a:solidFill>
                  <a:srgbClr val="FFFFFF"/>
                </a:solidFill>
              </a:defRPr>
            </a:lvl1pPr>
          </a:lstStyle>
          <a:p>
            <a:r>
              <a:t>Email Us</a:t>
            </a:r>
          </a:p>
        </p:txBody>
      </p:sp>
      <p:sp>
        <p:nvSpPr>
          <p:cNvPr id="202" name="Shape 202"/>
          <p:cNvSpPr>
            <a:spLocks noGrp="1"/>
          </p:cNvSpPr>
          <p:nvPr>
            <p:ph type="body" sz="quarter" idx="25"/>
          </p:nvPr>
        </p:nvSpPr>
        <p:spPr>
          <a:xfrm>
            <a:off x="1353537" y="6122315"/>
            <a:ext cx="1636665" cy="378245"/>
          </a:xfrm>
          <a:prstGeom prst="rect">
            <a:avLst/>
          </a:prstGeom>
        </p:spPr>
        <p:txBody>
          <a:bodyPr anchor="t">
            <a:spAutoFit/>
          </a:bodyPr>
          <a:lstStyle>
            <a:lvl1pPr marL="0" indent="0">
              <a:spcBef>
                <a:spcPts val="4425"/>
              </a:spcBef>
              <a:buSzTx/>
              <a:buNone/>
              <a:defRPr b="1">
                <a:solidFill>
                  <a:srgbClr val="FFFFFF"/>
                </a:solidFill>
              </a:defRPr>
            </a:lvl1pPr>
          </a:lstStyle>
          <a:p>
            <a:r>
              <a:t>Our Website</a:t>
            </a:r>
          </a:p>
        </p:txBody>
      </p:sp>
      <p:sp>
        <p:nvSpPr>
          <p:cNvPr id="203" name="Shape 203"/>
          <p:cNvSpPr>
            <a:spLocks noGrp="1"/>
          </p:cNvSpPr>
          <p:nvPr>
            <p:ph type="body" sz="quarter" idx="26"/>
          </p:nvPr>
        </p:nvSpPr>
        <p:spPr>
          <a:xfrm>
            <a:off x="1351445" y="6985488"/>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4" name="Shape 204"/>
          <p:cNvSpPr>
            <a:spLocks noGrp="1"/>
          </p:cNvSpPr>
          <p:nvPr>
            <p:ph type="pic" sz="quarter" idx="27"/>
          </p:nvPr>
        </p:nvSpPr>
        <p:spPr>
          <a:xfrm>
            <a:off x="1426961" y="7047924"/>
            <a:ext cx="274836" cy="274836"/>
          </a:xfrm>
          <a:prstGeom prst="rect">
            <a:avLst/>
          </a:prstGeom>
        </p:spPr>
        <p:txBody>
          <a:bodyPr lIns="45720" tIns="22860" rIns="45720" bIns="22860" anchor="t">
            <a:noAutofit/>
          </a:bodyPr>
          <a:lstStyle/>
          <a:p>
            <a:endParaRPr dirty="0"/>
          </a:p>
        </p:txBody>
      </p:sp>
      <p:sp>
        <p:nvSpPr>
          <p:cNvPr id="205" name="Shape 205"/>
          <p:cNvSpPr>
            <a:spLocks noGrp="1"/>
          </p:cNvSpPr>
          <p:nvPr>
            <p:ph type="body" sz="quarter" idx="28"/>
          </p:nvPr>
        </p:nvSpPr>
        <p:spPr>
          <a:xfrm>
            <a:off x="1351445" y="7676355"/>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6" name="Shape 206"/>
          <p:cNvSpPr>
            <a:spLocks noGrp="1"/>
          </p:cNvSpPr>
          <p:nvPr>
            <p:ph type="pic" sz="quarter" idx="29"/>
          </p:nvPr>
        </p:nvSpPr>
        <p:spPr>
          <a:xfrm>
            <a:off x="1434438" y="7759348"/>
            <a:ext cx="259886" cy="259886"/>
          </a:xfrm>
          <a:prstGeom prst="rect">
            <a:avLst/>
          </a:prstGeom>
        </p:spPr>
        <p:txBody>
          <a:bodyPr lIns="45720" tIns="22860" rIns="45720" bIns="22860" anchor="t">
            <a:noAutofit/>
          </a:bodyPr>
          <a:lstStyle/>
          <a:p>
            <a:endParaRPr dirty="0"/>
          </a:p>
        </p:txBody>
      </p:sp>
      <p:sp>
        <p:nvSpPr>
          <p:cNvPr id="207" name="Shape 207"/>
          <p:cNvSpPr>
            <a:spLocks noGrp="1"/>
          </p:cNvSpPr>
          <p:nvPr>
            <p:ph type="body" sz="quarter" idx="30"/>
          </p:nvPr>
        </p:nvSpPr>
        <p:spPr>
          <a:xfrm>
            <a:off x="1351445" y="8363102"/>
            <a:ext cx="425868" cy="425868"/>
          </a:xfrm>
          <a:prstGeom prst="ellipse">
            <a:avLst/>
          </a:prstGeom>
          <a:solidFill>
            <a:srgbClr val="FFFFFF"/>
          </a:solidFill>
        </p:spPr>
        <p:txBody>
          <a:bodyPr>
            <a:noAutofit/>
          </a:bodyPr>
          <a:lstStyle>
            <a:lvl1pPr marL="0" indent="0" algn="ctr">
              <a:lnSpc>
                <a:spcPct val="100000"/>
              </a:lnSpc>
              <a:spcBef>
                <a:spcPts val="0"/>
              </a:spcBef>
              <a:buSzTx/>
              <a:buNone/>
              <a:defRPr sz="3200">
                <a:solidFill>
                  <a:srgbClr val="FFFFFF"/>
                </a:solidFill>
                <a:latin typeface="Helvetica Light"/>
                <a:sym typeface="Helvetica Light"/>
              </a:defRPr>
            </a:lvl1pPr>
          </a:lstStyle>
          <a:p>
            <a:pPr marL="0" indent="0" algn="ctr">
              <a:lnSpc>
                <a:spcPct val="100000"/>
              </a:lnSpc>
              <a:spcBef>
                <a:spcPts val="0"/>
              </a:spcBef>
              <a:buSzTx/>
              <a:buNone/>
              <a:defRPr sz="3200">
                <a:solidFill>
                  <a:srgbClr val="FFFFFF"/>
                </a:solidFill>
                <a:latin typeface="Helvetica Light"/>
                <a:ea typeface="Helvetica Light"/>
                <a:cs typeface="Helvetica Light"/>
                <a:sym typeface="Helvetica Light"/>
              </a:defRPr>
            </a:pPr>
            <a:endParaRPr/>
          </a:p>
        </p:txBody>
      </p:sp>
      <p:sp>
        <p:nvSpPr>
          <p:cNvPr id="208" name="Shape 208"/>
          <p:cNvSpPr>
            <a:spLocks noGrp="1"/>
          </p:cNvSpPr>
          <p:nvPr>
            <p:ph type="pic" sz="quarter" idx="31"/>
          </p:nvPr>
        </p:nvSpPr>
        <p:spPr>
          <a:xfrm>
            <a:off x="1420239" y="8431896"/>
            <a:ext cx="288279" cy="288279"/>
          </a:xfrm>
          <a:prstGeom prst="rect">
            <a:avLst/>
          </a:prstGeom>
        </p:spPr>
        <p:txBody>
          <a:bodyPr lIns="45720" tIns="22860" rIns="45720" bIns="22860" anchor="t">
            <a:noAutofit/>
          </a:bodyPr>
          <a:lstStyle/>
          <a:p>
            <a:endParaRPr dirty="0"/>
          </a:p>
        </p:txBody>
      </p:sp>
      <p:sp>
        <p:nvSpPr>
          <p:cNvPr id="209" name="Shape 209"/>
          <p:cNvSpPr>
            <a:spLocks noGrp="1"/>
          </p:cNvSpPr>
          <p:nvPr>
            <p:ph type="body" sz="quarter" idx="32"/>
          </p:nvPr>
        </p:nvSpPr>
        <p:spPr>
          <a:xfrm>
            <a:off x="1993391" y="6966319"/>
            <a:ext cx="3545823" cy="327975"/>
          </a:xfrm>
          <a:prstGeom prst="rect">
            <a:avLst/>
          </a:prstGeom>
        </p:spPr>
        <p:txBody>
          <a:bodyPr anchor="t">
            <a:spAutoFit/>
          </a:bodyPr>
          <a:lstStyle>
            <a:lvl1pPr marL="0" indent="0">
              <a:spcBef>
                <a:spcPts val="2250"/>
              </a:spcBef>
              <a:buSzTx/>
              <a:buNone/>
              <a:defRPr sz="1650" u="sng">
                <a:solidFill>
                  <a:srgbClr val="FFFFFF"/>
                </a:solidFill>
                <a:hlinkClick r:id="" action="ppaction://noaction"/>
              </a:defRPr>
            </a:lvl1pPr>
          </a:lstStyle>
          <a:p>
            <a:pPr>
              <a:defRPr u="none"/>
            </a:pPr>
            <a:r>
              <a:rPr u="sng">
                <a:hlinkClick r:id="rId4"/>
              </a:rPr>
              <a:t>facebook.com/caffeine</a:t>
            </a:r>
          </a:p>
        </p:txBody>
      </p:sp>
      <p:sp>
        <p:nvSpPr>
          <p:cNvPr id="210" name="Shape 210"/>
          <p:cNvSpPr>
            <a:spLocks noGrp="1"/>
          </p:cNvSpPr>
          <p:nvPr>
            <p:ph type="body" sz="quarter" idx="33"/>
          </p:nvPr>
        </p:nvSpPr>
        <p:spPr>
          <a:xfrm>
            <a:off x="1993391" y="7715780"/>
            <a:ext cx="3545823" cy="327975"/>
          </a:xfrm>
          <a:prstGeom prst="rect">
            <a:avLst/>
          </a:prstGeom>
        </p:spPr>
        <p:txBody>
          <a:bodyPr anchor="t">
            <a:spAutoFit/>
          </a:bodyPr>
          <a:lstStyle>
            <a:lvl1pPr marL="0" indent="0">
              <a:spcBef>
                <a:spcPts val="2250"/>
              </a:spcBef>
              <a:buSzTx/>
              <a:buNone/>
              <a:defRPr sz="1650">
                <a:solidFill>
                  <a:srgbClr val="FFFFFF"/>
                </a:solidFill>
              </a:defRPr>
            </a:lvl1pPr>
          </a:lstStyle>
          <a:p>
            <a:r>
              <a:t>@caffeinecafe</a:t>
            </a:r>
          </a:p>
        </p:txBody>
      </p:sp>
      <p:sp>
        <p:nvSpPr>
          <p:cNvPr id="211" name="Shape 211"/>
          <p:cNvSpPr>
            <a:spLocks noGrp="1"/>
          </p:cNvSpPr>
          <p:nvPr>
            <p:ph type="body" sz="quarter" idx="34"/>
          </p:nvPr>
        </p:nvSpPr>
        <p:spPr>
          <a:xfrm>
            <a:off x="1993391" y="8408093"/>
            <a:ext cx="3545823" cy="327975"/>
          </a:xfrm>
          <a:prstGeom prst="rect">
            <a:avLst/>
          </a:prstGeom>
        </p:spPr>
        <p:txBody>
          <a:bodyPr anchor="t">
            <a:spAutoFit/>
          </a:bodyPr>
          <a:lstStyle>
            <a:lvl1pPr marL="0" indent="0">
              <a:spcBef>
                <a:spcPts val="2250"/>
              </a:spcBef>
              <a:buSzTx/>
              <a:buNone/>
              <a:defRPr sz="1650">
                <a:solidFill>
                  <a:srgbClr val="FFFFFF"/>
                </a:solidFill>
              </a:defRPr>
            </a:lvl1pPr>
          </a:lstStyle>
          <a:p>
            <a:r>
              <a:t>instacaffeinecafe</a:t>
            </a:r>
          </a:p>
        </p:txBody>
      </p:sp>
      <p:sp>
        <p:nvSpPr>
          <p:cNvPr id="212" name="Shape 212"/>
          <p:cNvSpPr>
            <a:spLocks noGrp="1"/>
          </p:cNvSpPr>
          <p:nvPr>
            <p:ph type="sldNum" sz="quarter" idx="2"/>
          </p:nvPr>
        </p:nvSpPr>
        <p:spPr>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2783188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38808" y="4686300"/>
            <a:ext cx="7796544" cy="1307307"/>
          </a:xfrm>
        </p:spPr>
        <p:txBody>
          <a:bodyPr anchor="b">
            <a:normAutofit/>
          </a:bodyPr>
          <a:lstStyle>
            <a:lvl1pPr algn="l">
              <a:defRPr sz="4650" b="0"/>
            </a:lvl1pPr>
          </a:lstStyle>
          <a:p>
            <a:r>
              <a:rPr lang="en-US"/>
              <a:t>Click to edit Master title style</a:t>
            </a:r>
            <a:endParaRPr/>
          </a:p>
        </p:txBody>
      </p:sp>
      <p:sp>
        <p:nvSpPr>
          <p:cNvPr id="3" name="Picture Placeholder 2"/>
          <p:cNvSpPr>
            <a:spLocks noGrp="1"/>
          </p:cNvSpPr>
          <p:nvPr>
            <p:ph type="pic" idx="1"/>
          </p:nvPr>
        </p:nvSpPr>
        <p:spPr>
          <a:xfrm>
            <a:off x="555812" y="342900"/>
            <a:ext cx="6921317" cy="9517857"/>
          </a:xfrm>
        </p:spPr>
        <p:txBody>
          <a:bodyPr/>
          <a:lstStyle>
            <a:lvl1pPr marL="0" indent="0">
              <a:buNone/>
              <a:defRPr sz="5700"/>
            </a:lvl1pPr>
            <a:lvl2pPr marL="816411" indent="0">
              <a:buNone/>
              <a:defRPr sz="5100"/>
            </a:lvl2pPr>
            <a:lvl3pPr marL="1632822" indent="0">
              <a:buNone/>
              <a:defRPr sz="4350"/>
            </a:lvl3pPr>
            <a:lvl4pPr marL="2449232" indent="0">
              <a:buNone/>
              <a:defRPr sz="3600"/>
            </a:lvl4pPr>
            <a:lvl5pPr marL="3265643" indent="0">
              <a:buNone/>
              <a:defRPr sz="3600"/>
            </a:lvl5pPr>
            <a:lvl6pPr marL="4082054" indent="0">
              <a:buNone/>
              <a:defRPr sz="3600"/>
            </a:lvl6pPr>
            <a:lvl7pPr marL="4898465" indent="0">
              <a:buNone/>
              <a:defRPr sz="3600"/>
            </a:lvl7pPr>
            <a:lvl8pPr marL="5714874" indent="0">
              <a:buNone/>
              <a:defRPr sz="3600"/>
            </a:lvl8pPr>
            <a:lvl9pPr marL="6531285" indent="0">
              <a:buNone/>
              <a:defRPr sz="3600"/>
            </a:lvl9pPr>
          </a:lstStyle>
          <a:p>
            <a:r>
              <a:rPr lang="en-US" dirty="0"/>
              <a:t>Click icon to add picture</a:t>
            </a:r>
            <a:endParaRPr dirty="0"/>
          </a:p>
        </p:txBody>
      </p:sp>
      <p:sp>
        <p:nvSpPr>
          <p:cNvPr id="4" name="Text Placeholder 3"/>
          <p:cNvSpPr>
            <a:spLocks noGrp="1"/>
          </p:cNvSpPr>
          <p:nvPr>
            <p:ph type="body" sz="half" idx="2"/>
          </p:nvPr>
        </p:nvSpPr>
        <p:spPr>
          <a:xfrm>
            <a:off x="8338808" y="5993606"/>
            <a:ext cx="7796544" cy="3221832"/>
          </a:xfrm>
        </p:spPr>
        <p:txBody>
          <a:bodyPr/>
          <a:lstStyle>
            <a:lvl1pPr marL="0" indent="0">
              <a:spcBef>
                <a:spcPts val="1073"/>
              </a:spcBef>
              <a:buNone/>
              <a:defRPr sz="2550"/>
            </a:lvl1pPr>
            <a:lvl2pPr marL="816411" indent="0">
              <a:buNone/>
              <a:defRPr sz="2250"/>
            </a:lvl2pPr>
            <a:lvl3pPr marL="1632822" indent="0">
              <a:buNone/>
              <a:defRPr sz="1800"/>
            </a:lvl3pPr>
            <a:lvl4pPr marL="2449232" indent="0">
              <a:buNone/>
              <a:defRPr sz="1650"/>
            </a:lvl4pPr>
            <a:lvl5pPr marL="3265643" indent="0">
              <a:buNone/>
              <a:defRPr sz="1650"/>
            </a:lvl5pPr>
            <a:lvl6pPr marL="4082054" indent="0">
              <a:buNone/>
              <a:defRPr sz="1650"/>
            </a:lvl6pPr>
            <a:lvl7pPr marL="4898465" indent="0">
              <a:buNone/>
              <a:defRPr sz="1650"/>
            </a:lvl7pPr>
            <a:lvl8pPr marL="5714874" indent="0">
              <a:buNone/>
              <a:defRPr sz="1650"/>
            </a:lvl8pPr>
            <a:lvl9pPr marL="6531285" indent="0">
              <a:buNone/>
              <a:defRPr sz="1650"/>
            </a:lvl9pPr>
          </a:lstStyle>
          <a:p>
            <a:pPr lvl="0"/>
            <a:r>
              <a:rPr lang="en-US"/>
              <a:t>Click to edit Master text styles</a:t>
            </a:r>
          </a:p>
        </p:txBody>
      </p:sp>
      <p:sp>
        <p:nvSpPr>
          <p:cNvPr id="5" name="Date Placeholder 4"/>
          <p:cNvSpPr>
            <a:spLocks noGrp="1"/>
          </p:cNvSpPr>
          <p:nvPr>
            <p:ph type="dt" sz="half" idx="10"/>
          </p:nvPr>
        </p:nvSpPr>
        <p:spPr>
          <a:xfrm>
            <a:off x="14782800" y="9635381"/>
            <a:ext cx="3074895" cy="547688"/>
          </a:xfrm>
          <a:prstGeom prst="rect">
            <a:avLst/>
          </a:prstGeom>
        </p:spPr>
        <p:txBody>
          <a:bodyPr lIns="108855" tIns="54428" rIns="108855" bIns="54428"/>
          <a:lstStyle/>
          <a:p>
            <a:fld id="{D728701E-CAF4-4159-9B3E-41C86DFFA30D}" type="datetimeFigureOut">
              <a:rPr lang="en-US" smtClean="0"/>
              <a:pPr/>
              <a:t>8/19/2025</a:t>
            </a:fld>
            <a:endParaRPr lang="en-US" dirty="0"/>
          </a:p>
        </p:txBody>
      </p:sp>
      <p:sp>
        <p:nvSpPr>
          <p:cNvPr id="6" name="Footer Placeholder 5"/>
          <p:cNvSpPr>
            <a:spLocks noGrp="1"/>
          </p:cNvSpPr>
          <p:nvPr>
            <p:ph type="ftr" sz="quarter" idx="11"/>
          </p:nvPr>
        </p:nvSpPr>
        <p:spPr>
          <a:xfrm>
            <a:off x="8382002" y="9635381"/>
            <a:ext cx="6010277" cy="547688"/>
          </a:xfrm>
          <a:prstGeom prst="rect">
            <a:avLst/>
          </a:prstGeom>
        </p:spPr>
        <p:txBody>
          <a:bodyPr lIns="108855" tIns="54428" rIns="108855" bIns="54428"/>
          <a:lstStyle/>
          <a:p>
            <a:endParaRPr lang="en-US" dirty="0"/>
          </a:p>
        </p:txBody>
      </p:sp>
    </p:spTree>
    <p:extLst>
      <p:ext uri="{BB962C8B-B14F-4D97-AF65-F5344CB8AC3E}">
        <p14:creationId xmlns:p14="http://schemas.microsoft.com/office/powerpoint/2010/main" val="4466732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333C5-8CBA-4E4E-90BD-75AC52E4191A}"/>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a:extLst>
              <a:ext uri="{FF2B5EF4-FFF2-40B4-BE49-F238E27FC236}">
                <a16:creationId xmlns:a16="http://schemas.microsoft.com/office/drawing/2014/main" id="{7D0C2601-49CD-480B-9458-FC661C1E8CE8}"/>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a:extLst>
              <a:ext uri="{FF2B5EF4-FFF2-40B4-BE49-F238E27FC236}">
                <a16:creationId xmlns:a16="http://schemas.microsoft.com/office/drawing/2014/main" id="{21FE4267-D347-47CB-B31C-31C5DF6BC87D}"/>
              </a:ext>
            </a:extLst>
          </p:cNvPr>
          <p:cNvSpPr>
            <a:spLocks noGrp="1"/>
          </p:cNvSpPr>
          <p:nvPr>
            <p:ph type="dt" sz="half" idx="10"/>
          </p:nvPr>
        </p:nvSpPr>
        <p:spPr/>
        <p:txBody>
          <a:bodyPr lIns="45720" tIns="22860" rIns="45720" bIns="22860"/>
          <a:lstStyle/>
          <a:p>
            <a:fld id="{0CBDCC20-8A2F-48C0-A62F-E4DF077B7EC2}" type="datetimeFigureOut">
              <a:rPr lang="en-US" smtClean="0"/>
              <a:pPr/>
              <a:t>8/19/2025</a:t>
            </a:fld>
            <a:endParaRPr lang="en-US" dirty="0"/>
          </a:p>
        </p:txBody>
      </p:sp>
      <p:sp>
        <p:nvSpPr>
          <p:cNvPr id="5" name="Footer Placeholder 4">
            <a:extLst>
              <a:ext uri="{FF2B5EF4-FFF2-40B4-BE49-F238E27FC236}">
                <a16:creationId xmlns:a16="http://schemas.microsoft.com/office/drawing/2014/main" id="{ED07B3A8-607E-4A03-92DF-6593F4840AAD}"/>
              </a:ext>
            </a:extLst>
          </p:cNvPr>
          <p:cNvSpPr>
            <a:spLocks noGrp="1"/>
          </p:cNvSpPr>
          <p:nvPr>
            <p:ph type="ftr" sz="quarter" idx="11"/>
          </p:nvPr>
        </p:nvSpPr>
        <p:spPr/>
        <p:txBody>
          <a:bodyPr lIns="45720" tIns="22860" rIns="45720" bIns="22860"/>
          <a:lstStyle/>
          <a:p>
            <a:endParaRPr lang="en-US" dirty="0"/>
          </a:p>
        </p:txBody>
      </p:sp>
      <p:sp>
        <p:nvSpPr>
          <p:cNvPr id="6" name="Slide Number Placeholder 5">
            <a:extLst>
              <a:ext uri="{FF2B5EF4-FFF2-40B4-BE49-F238E27FC236}">
                <a16:creationId xmlns:a16="http://schemas.microsoft.com/office/drawing/2014/main" id="{441532BF-EBC8-4743-B9F3-1BC882B8E280}"/>
              </a:ext>
            </a:extLst>
          </p:cNvPr>
          <p:cNvSpPr>
            <a:spLocks noGrp="1"/>
          </p:cNvSpPr>
          <p:nvPr>
            <p:ph type="sldNum" sz="quarter" idx="12"/>
          </p:nvPr>
        </p:nvSpPr>
        <p:spPr/>
        <p:txBody>
          <a:bodyPr/>
          <a:lstStyle/>
          <a:p>
            <a:fld id="{8DBBB7B1-E188-42BB-9D4A-706AB8B55442}" type="slidenum">
              <a:rPr lang="en-US" smtClean="0"/>
              <a:pPr/>
              <a:t>‹#›</a:t>
            </a:fld>
            <a:endParaRPr lang="en-US" dirty="0"/>
          </a:p>
        </p:txBody>
      </p:sp>
    </p:spTree>
    <p:extLst>
      <p:ext uri="{BB962C8B-B14F-4D97-AF65-F5344CB8AC3E}">
        <p14:creationId xmlns:p14="http://schemas.microsoft.com/office/powerpoint/2010/main" val="13677901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39631-76EC-4431-BCE2-82DCBF07AE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51937C-79CD-46CB-A753-40848E39000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E9334B-043E-4B21-A749-F73FA5397AD4}"/>
              </a:ext>
            </a:extLst>
          </p:cNvPr>
          <p:cNvSpPr>
            <a:spLocks noGrp="1"/>
          </p:cNvSpPr>
          <p:nvPr>
            <p:ph type="dt" sz="half" idx="10"/>
          </p:nvPr>
        </p:nvSpPr>
        <p:spPr/>
        <p:txBody>
          <a:bodyPr lIns="45720" tIns="22860" rIns="45720" bIns="22860"/>
          <a:lstStyle/>
          <a:p>
            <a:fld id="{0CBDCC20-8A2F-48C0-A62F-E4DF077B7EC2}" type="datetimeFigureOut">
              <a:rPr lang="en-US" smtClean="0"/>
              <a:pPr/>
              <a:t>8/19/2025</a:t>
            </a:fld>
            <a:endParaRPr lang="en-US" dirty="0"/>
          </a:p>
        </p:txBody>
      </p:sp>
      <p:sp>
        <p:nvSpPr>
          <p:cNvPr id="5" name="Footer Placeholder 4">
            <a:extLst>
              <a:ext uri="{FF2B5EF4-FFF2-40B4-BE49-F238E27FC236}">
                <a16:creationId xmlns:a16="http://schemas.microsoft.com/office/drawing/2014/main" id="{98376BBA-02FF-470E-8D4E-1B14ECC55D54}"/>
              </a:ext>
            </a:extLst>
          </p:cNvPr>
          <p:cNvSpPr>
            <a:spLocks noGrp="1"/>
          </p:cNvSpPr>
          <p:nvPr>
            <p:ph type="ftr" sz="quarter" idx="11"/>
          </p:nvPr>
        </p:nvSpPr>
        <p:spPr/>
        <p:txBody>
          <a:bodyPr lIns="45720" tIns="22860" rIns="45720" bIns="22860"/>
          <a:lstStyle/>
          <a:p>
            <a:endParaRPr lang="en-US" dirty="0"/>
          </a:p>
        </p:txBody>
      </p:sp>
      <p:sp>
        <p:nvSpPr>
          <p:cNvPr id="6" name="Slide Number Placeholder 5">
            <a:extLst>
              <a:ext uri="{FF2B5EF4-FFF2-40B4-BE49-F238E27FC236}">
                <a16:creationId xmlns:a16="http://schemas.microsoft.com/office/drawing/2014/main" id="{6F7DEC11-A97F-4745-B73A-920724512826}"/>
              </a:ext>
            </a:extLst>
          </p:cNvPr>
          <p:cNvSpPr>
            <a:spLocks noGrp="1"/>
          </p:cNvSpPr>
          <p:nvPr>
            <p:ph type="sldNum" sz="quarter" idx="12"/>
          </p:nvPr>
        </p:nvSpPr>
        <p:spPr/>
        <p:txBody>
          <a:bodyPr/>
          <a:lstStyle/>
          <a:p>
            <a:fld id="{8DBBB7B1-E188-42BB-9D4A-706AB8B55442}" type="slidenum">
              <a:rPr lang="en-US" smtClean="0"/>
              <a:pPr/>
              <a:t>‹#›</a:t>
            </a:fld>
            <a:endParaRPr lang="en-US" dirty="0"/>
          </a:p>
        </p:txBody>
      </p:sp>
    </p:spTree>
    <p:extLst>
      <p:ext uri="{BB962C8B-B14F-4D97-AF65-F5344CB8AC3E}">
        <p14:creationId xmlns:p14="http://schemas.microsoft.com/office/powerpoint/2010/main" val="27803483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278979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24617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447BEA42-13E0-41FB-A68F-5FBD4A82D1C9}" type="datetimeFigureOut">
              <a:rPr lang="en-IN" smtClean="0"/>
              <a:t>19-08-2025</a:t>
            </a:fld>
            <a:endParaRPr lang="en-IN"/>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99FFEF3A-9EDB-45A3-8F8C-28BAE7165C56}" type="slidenum">
              <a:rPr lang="en-IN" smtClean="0"/>
              <a:t>‹#›</a:t>
            </a:fld>
            <a:endParaRPr lang="en-IN"/>
          </a:p>
        </p:txBody>
      </p:sp>
    </p:spTree>
    <p:extLst>
      <p:ext uri="{BB962C8B-B14F-4D97-AF65-F5344CB8AC3E}">
        <p14:creationId xmlns:p14="http://schemas.microsoft.com/office/powerpoint/2010/main" val="2826147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1266825" y="714375"/>
            <a:ext cx="15754350" cy="17145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1266825" y="2428875"/>
            <a:ext cx="15754350" cy="690562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8969273" y="9810750"/>
            <a:ext cx="384721" cy="379591"/>
          </a:xfrm>
          <a:prstGeom prst="rect">
            <a:avLst/>
          </a:prstGeom>
          <a:ln w="12700">
            <a:miter lim="400000"/>
          </a:ln>
        </p:spPr>
        <p:txBody>
          <a:bodyPr wrap="none" lIns="50800" tIns="50800" rIns="50800" bIns="50800">
            <a:spAutoFit/>
          </a:bodyPr>
          <a:lstStyle>
            <a:lvl1pPr>
              <a:defRPr sz="1800"/>
            </a:lvl1pPr>
          </a:lstStyle>
          <a:p>
            <a:fld id="{86CB4B4D-7CA3-9044-876B-883B54F8677D}" type="slidenum">
              <a:t>‹#›</a:t>
            </a:fld>
            <a:endParaRPr dirty="0"/>
          </a:p>
        </p:txBody>
      </p:sp>
    </p:spTree>
    <p:extLst>
      <p:ext uri="{BB962C8B-B14F-4D97-AF65-F5344CB8AC3E}">
        <p14:creationId xmlns:p14="http://schemas.microsoft.com/office/powerpoint/2010/main" val="60281368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transition spd="med"/>
  <p:txStyles>
    <p:titleStyle>
      <a:lvl1pPr marL="0" marR="0" indent="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1pPr>
      <a:lvl2pPr marL="0" marR="0" indent="17145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2pPr>
      <a:lvl3pPr marL="0" marR="0" indent="34290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3pPr>
      <a:lvl4pPr marL="0" marR="0" indent="51435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4pPr>
      <a:lvl5pPr marL="0" marR="0" indent="68580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5pPr>
      <a:lvl6pPr marL="0" marR="0" indent="85725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6pPr>
      <a:lvl7pPr marL="0" marR="0" indent="102870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7pPr>
      <a:lvl8pPr marL="0" marR="0" indent="120015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8pPr>
      <a:lvl9pPr marL="0" marR="0" indent="1371600" algn="ctr" defTabSz="619125" rtl="0" latinLnBrk="0">
        <a:lnSpc>
          <a:spcPct val="100000"/>
        </a:lnSpc>
        <a:spcBef>
          <a:spcPts val="0"/>
        </a:spcBef>
        <a:spcAft>
          <a:spcPts val="0"/>
        </a:spcAft>
        <a:buClrTx/>
        <a:buSzTx/>
        <a:buFontTx/>
        <a:buNone/>
        <a:tabLst/>
        <a:defRPr sz="10125" b="0" i="0" u="none" strike="noStrike" cap="all" spc="405" baseline="0">
          <a:ln>
            <a:noFill/>
          </a:ln>
          <a:solidFill>
            <a:srgbClr val="000000"/>
          </a:solidFill>
          <a:uFillTx/>
          <a:latin typeface="+mn-lt"/>
          <a:ea typeface="+mn-ea"/>
          <a:cs typeface="+mn-cs"/>
          <a:sym typeface="Helvetica"/>
        </a:defRPr>
      </a:lvl9pPr>
    </p:titleStyle>
    <p:bodyStyle>
      <a:lvl1pPr marL="22896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1pPr>
      <a:lvl2pPr marL="70521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2pPr>
      <a:lvl3pPr marL="118146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3pPr>
      <a:lvl4pPr marL="165771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4pPr>
      <a:lvl5pPr marL="213396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5pPr>
      <a:lvl6pPr marL="261021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6pPr>
      <a:lvl7pPr marL="308646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7pPr>
      <a:lvl8pPr marL="356271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8pPr>
      <a:lvl9pPr marL="4038966" marR="0" indent="-228966" algn="l" defTabSz="619125" latinLnBrk="0">
        <a:lnSpc>
          <a:spcPct val="120000"/>
        </a:lnSpc>
        <a:spcBef>
          <a:spcPts val="3900"/>
        </a:spcBef>
        <a:spcAft>
          <a:spcPts val="0"/>
        </a:spcAft>
        <a:buClrTx/>
        <a:buSzPct val="75000"/>
        <a:buFontTx/>
        <a:buChar char="•"/>
        <a:tabLst/>
        <a:defRPr sz="1875" b="0" i="0" u="none" strike="noStrike" cap="none" spc="0" baseline="0">
          <a:ln>
            <a:noFill/>
          </a:ln>
          <a:solidFill>
            <a:srgbClr val="5E5E5E"/>
          </a:solidFill>
          <a:uFillTx/>
          <a:latin typeface="+mn-lt"/>
          <a:ea typeface="+mn-ea"/>
          <a:cs typeface="+mn-cs"/>
          <a:sym typeface="Helvetica"/>
        </a:defRPr>
      </a:lvl9pPr>
    </p:bodyStyle>
    <p:otherStyle>
      <a:lvl1pPr marL="0" marR="0" indent="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1714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3429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5143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6858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8572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0287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2001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3716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1266825" y="714375"/>
            <a:ext cx="15754350" cy="1714500"/>
          </a:xfrm>
          <a:prstGeom prst="rect">
            <a:avLst/>
          </a:prstGeom>
          <a:ln w="12700">
            <a:miter lim="400000"/>
          </a:ln>
          <a:extLst>
            <a:ext uri="{C572A759-6A51-4108-AA02-DFA0A04FC94B}">
              <ma14:wrappingTextBoxFlag xmlns="" xmlns:ma14="http://schemas.microsoft.com/office/mac/drawingml/2011/main" val="1"/>
            </a:ext>
          </a:extLst>
        </p:spPr>
        <p:txBody>
          <a:bodyPr lIns="25400" tIns="25400" rIns="25400" bIns="25400" anchor="ctr">
            <a:normAutofit/>
          </a:bodyPr>
          <a:lstStyle/>
          <a:p>
            <a:r>
              <a:t>Title Text</a:t>
            </a:r>
          </a:p>
        </p:txBody>
      </p:sp>
      <p:sp>
        <p:nvSpPr>
          <p:cNvPr id="3" name="Shape 3"/>
          <p:cNvSpPr>
            <a:spLocks noGrp="1"/>
          </p:cNvSpPr>
          <p:nvPr>
            <p:ph type="body" idx="1"/>
          </p:nvPr>
        </p:nvSpPr>
        <p:spPr>
          <a:xfrm>
            <a:off x="1266825" y="2428875"/>
            <a:ext cx="15754350" cy="6905625"/>
          </a:xfrm>
          <a:prstGeom prst="rect">
            <a:avLst/>
          </a:prstGeom>
          <a:ln w="12700">
            <a:miter lim="400000"/>
          </a:ln>
          <a:extLst>
            <a:ext uri="{C572A759-6A51-4108-AA02-DFA0A04FC94B}">
              <ma14:wrappingTextBoxFlag xmlns="" xmlns:ma14="http://schemas.microsoft.com/office/mac/drawingml/2011/main" val="1"/>
            </a:ext>
          </a:extLst>
        </p:spPr>
        <p:txBody>
          <a:bodyPr lIns="25400" tIns="25400" rIns="25400" bIns="254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8975132" y="9810750"/>
            <a:ext cx="333425" cy="328295"/>
          </a:xfrm>
          <a:prstGeom prst="rect">
            <a:avLst/>
          </a:prstGeom>
          <a:ln w="12700">
            <a:miter lim="400000"/>
          </a:ln>
        </p:spPr>
        <p:txBody>
          <a:bodyPr wrap="none" lIns="25400" tIns="25400" rIns="25400" bIns="25400">
            <a:spAutoFit/>
          </a:bodyPr>
          <a:lstStyle>
            <a:lvl1pPr>
              <a:defRPr sz="1800"/>
            </a:lvl1pPr>
          </a:lstStyle>
          <a:p>
            <a:fld id="{86CB4B4D-7CA3-9044-876B-883B54F8677D}" type="slidenum">
              <a:rPr lang="en-GB" smtClean="0"/>
              <a:pPr/>
              <a:t>‹#›</a:t>
            </a:fld>
            <a:endParaRPr lang="en-GB" dirty="0"/>
          </a:p>
        </p:txBody>
      </p:sp>
    </p:spTree>
    <p:extLst>
      <p:ext uri="{BB962C8B-B14F-4D97-AF65-F5344CB8AC3E}">
        <p14:creationId xmlns:p14="http://schemas.microsoft.com/office/powerpoint/2010/main" val="3735758317"/>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ransition spd="med"/>
  <p:txStyles>
    <p:titleStyle>
      <a:lvl1pPr marL="0" marR="0" indent="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1pPr>
      <a:lvl2pPr marL="0" marR="0" indent="17145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2pPr>
      <a:lvl3pPr marL="0" marR="0" indent="34290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3pPr>
      <a:lvl4pPr marL="0" marR="0" indent="51435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4pPr>
      <a:lvl5pPr marL="0" marR="0" indent="68580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5pPr>
      <a:lvl6pPr marL="0" marR="0" indent="85725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6pPr>
      <a:lvl7pPr marL="0" marR="0" indent="102870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7pPr>
      <a:lvl8pPr marL="0" marR="0" indent="120015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8pPr>
      <a:lvl9pPr marL="0" marR="0" indent="1371600" algn="ctr" defTabSz="619125" rtl="0" latinLnBrk="0">
        <a:lnSpc>
          <a:spcPct val="100000"/>
        </a:lnSpc>
        <a:spcBef>
          <a:spcPts val="0"/>
        </a:spcBef>
        <a:spcAft>
          <a:spcPts val="0"/>
        </a:spcAft>
        <a:buClrTx/>
        <a:buSzTx/>
        <a:buFontTx/>
        <a:buNone/>
        <a:tabLst/>
        <a:defRPr sz="10200" b="0" i="0" u="none" strike="noStrike" cap="all" spc="405" baseline="0">
          <a:ln>
            <a:noFill/>
          </a:ln>
          <a:solidFill>
            <a:srgbClr val="000000"/>
          </a:solidFill>
          <a:uFillTx/>
          <a:latin typeface="+mn-lt"/>
          <a:ea typeface="+mn-ea"/>
          <a:cs typeface="+mn-cs"/>
          <a:sym typeface="Helvetica"/>
        </a:defRPr>
      </a:lvl9pPr>
    </p:titleStyle>
    <p:bodyStyle>
      <a:lvl1pPr marL="22896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1pPr>
      <a:lvl2pPr marL="70521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2pPr>
      <a:lvl3pPr marL="118146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3pPr>
      <a:lvl4pPr marL="165771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4pPr>
      <a:lvl5pPr marL="213396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5pPr>
      <a:lvl6pPr marL="261021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6pPr>
      <a:lvl7pPr marL="308646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7pPr>
      <a:lvl8pPr marL="356271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8pPr>
      <a:lvl9pPr marL="4038966" marR="0" indent="-228966" algn="l" defTabSz="619125" latinLnBrk="0">
        <a:lnSpc>
          <a:spcPct val="120000"/>
        </a:lnSpc>
        <a:spcBef>
          <a:spcPts val="3900"/>
        </a:spcBef>
        <a:spcAft>
          <a:spcPts val="0"/>
        </a:spcAft>
        <a:buClrTx/>
        <a:buSzPct val="75000"/>
        <a:buFontTx/>
        <a:buChar char="•"/>
        <a:tabLst/>
        <a:defRPr sz="1950" b="0" i="0" u="none" strike="noStrike" cap="none" spc="0" baseline="0">
          <a:ln>
            <a:noFill/>
          </a:ln>
          <a:solidFill>
            <a:srgbClr val="5E5E5E"/>
          </a:solidFill>
          <a:uFillTx/>
          <a:latin typeface="+mn-lt"/>
          <a:ea typeface="+mn-ea"/>
          <a:cs typeface="+mn-cs"/>
          <a:sym typeface="Helvetica"/>
        </a:defRPr>
      </a:lvl9pPr>
    </p:bodyStyle>
    <p:otherStyle>
      <a:lvl1pPr marL="0" marR="0" indent="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1714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3429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5143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6858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8572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0287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20015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371600" algn="ctr" defTabSz="619125"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svg"/><Relationship Id="rId17" Type="http://schemas.openxmlformats.org/officeDocument/2006/relationships/image" Target="../media/image26.PNG"/><Relationship Id="rId2" Type="http://schemas.openxmlformats.org/officeDocument/2006/relationships/notesSlide" Target="../notesSlides/notesSlide1.xml"/><Relationship Id="rId16" Type="http://schemas.openxmlformats.org/officeDocument/2006/relationships/image" Target="../media/image25.svg"/><Relationship Id="rId20" Type="http://schemas.openxmlformats.org/officeDocument/2006/relationships/image" Target="../media/image29.png"/><Relationship Id="rId1" Type="http://schemas.openxmlformats.org/officeDocument/2006/relationships/slideLayout" Target="../slideLayouts/slideLayout38.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11.png"/><Relationship Id="rId10" Type="http://schemas.openxmlformats.org/officeDocument/2006/relationships/image" Target="../media/image19.sv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svg"/><Relationship Id="rId22"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0.png"/><Relationship Id="rId3" Type="http://schemas.openxmlformats.org/officeDocument/2006/relationships/image" Target="../media/image9.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31.png"/><Relationship Id="rId1" Type="http://schemas.openxmlformats.org/officeDocument/2006/relationships/slideLayout" Target="../slideLayouts/slideLayout24.xml"/><Relationship Id="rId6" Type="http://schemas.openxmlformats.org/officeDocument/2006/relationships/image" Target="../media/image34.png"/><Relationship Id="rId11" Type="http://schemas.openxmlformats.org/officeDocument/2006/relationships/image" Target="../media/image39.sv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18.png"/><Relationship Id="rId18" Type="http://schemas.openxmlformats.org/officeDocument/2006/relationships/image" Target="../media/image11.png"/><Relationship Id="rId3" Type="http://schemas.openxmlformats.org/officeDocument/2006/relationships/image" Target="../media/image41.png"/><Relationship Id="rId7" Type="http://schemas.openxmlformats.org/officeDocument/2006/relationships/image" Target="../media/image33.png"/><Relationship Id="rId12" Type="http://schemas.openxmlformats.org/officeDocument/2006/relationships/image" Target="../media/image25.svg"/><Relationship Id="rId17" Type="http://schemas.openxmlformats.org/officeDocument/2006/relationships/image" Target="../media/image10.png"/><Relationship Id="rId2" Type="http://schemas.openxmlformats.org/officeDocument/2006/relationships/image" Target="../media/image12.png"/><Relationship Id="rId16" Type="http://schemas.openxmlformats.org/officeDocument/2006/relationships/image" Target="../media/image21.svg"/><Relationship Id="rId1" Type="http://schemas.openxmlformats.org/officeDocument/2006/relationships/slideLayout" Target="../slideLayouts/slideLayout24.xml"/><Relationship Id="rId6" Type="http://schemas.openxmlformats.org/officeDocument/2006/relationships/image" Target="../media/image32.png"/><Relationship Id="rId11" Type="http://schemas.openxmlformats.org/officeDocument/2006/relationships/image" Target="../media/image24.png"/><Relationship Id="rId5" Type="http://schemas.openxmlformats.org/officeDocument/2006/relationships/image" Target="../media/image43.png"/><Relationship Id="rId15" Type="http://schemas.openxmlformats.org/officeDocument/2006/relationships/image" Target="../media/image20.png"/><Relationship Id="rId10" Type="http://schemas.openxmlformats.org/officeDocument/2006/relationships/image" Target="../media/image23.svg"/><Relationship Id="rId4" Type="http://schemas.openxmlformats.org/officeDocument/2006/relationships/image" Target="../media/image42.png"/><Relationship Id="rId9" Type="http://schemas.openxmlformats.org/officeDocument/2006/relationships/image" Target="../media/image22.png"/><Relationship Id="rId14" Type="http://schemas.openxmlformats.org/officeDocument/2006/relationships/image" Target="../media/image19.sv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4.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4.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0.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5.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png"/></Relationships>
</file>

<file path=ppt/slides/_rels/slide1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56.svg"/></Relationships>
</file>

<file path=ppt/slides/_rels/slide14.xml.rels><?xml version="1.0" encoding="UTF-8" standalone="yes"?>
<Relationships xmlns="http://schemas.openxmlformats.org/package/2006/relationships"><Relationship Id="rId3" Type="http://schemas.openxmlformats.org/officeDocument/2006/relationships/image" Target="../media/image57.jpe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59.jpeg"/><Relationship Id="rId4"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Object6">
            <a:extLst>
              <a:ext uri="{FF2B5EF4-FFF2-40B4-BE49-F238E27FC236}">
                <a16:creationId xmlns:a16="http://schemas.microsoft.com/office/drawing/2014/main" id="{7FF1EF97-377A-4E2F-B4BC-0ECF24D2D3D4}"/>
              </a:ext>
            </a:extLst>
          </p:cNvPr>
          <p:cNvSpPr/>
          <p:nvPr/>
        </p:nvSpPr>
        <p:spPr>
          <a:xfrm>
            <a:off x="1224000" y="2216684"/>
            <a:ext cx="11700000" cy="2970000"/>
          </a:xfrm>
          <a:prstGeom prst="rect">
            <a:avLst/>
          </a:prstGeom>
          <a:noFill/>
          <a:ln/>
        </p:spPr>
        <p:txBody>
          <a:bodyPr wrap="square" lIns="0" tIns="0" rIns="0" bIns="0" rtlCol="0" anchor="b">
            <a:noAutofit/>
          </a:bodyPr>
          <a:lstStyle/>
          <a:p>
            <a:r>
              <a:rPr lang="en-US" sz="9600" dirty="0">
                <a:solidFill>
                  <a:srgbClr val="F5F3E4"/>
                </a:solidFill>
                <a:latin typeface="Hepta Slab ExtraBold" pitchFamily="2" charset="0"/>
                <a:ea typeface="Montserrat ExtraBold" pitchFamily="34" charset="-122"/>
                <a:cs typeface="Hepta Slab ExtraBold" pitchFamily="2" charset="0"/>
              </a:rPr>
              <a:t>A Terragni</a:t>
            </a:r>
          </a:p>
          <a:p>
            <a:r>
              <a:rPr lang="en-US" sz="9600" dirty="0">
                <a:solidFill>
                  <a:srgbClr val="F5F3E4"/>
                </a:solidFill>
                <a:latin typeface="Hepta Slab ExtraBold" pitchFamily="2" charset="0"/>
                <a:cs typeface="Hepta Slab ExtraBold" pitchFamily="2" charset="0"/>
              </a:rPr>
              <a:t>Case Study</a:t>
            </a:r>
          </a:p>
        </p:txBody>
      </p:sp>
      <p:sp>
        <p:nvSpPr>
          <p:cNvPr id="5" name="Object6">
            <a:extLst>
              <a:ext uri="{FF2B5EF4-FFF2-40B4-BE49-F238E27FC236}">
                <a16:creationId xmlns:a16="http://schemas.microsoft.com/office/drawing/2014/main" id="{3E0BAEEE-A595-D314-E921-60B7FA4811A8}"/>
              </a:ext>
            </a:extLst>
          </p:cNvPr>
          <p:cNvSpPr/>
          <p:nvPr/>
        </p:nvSpPr>
        <p:spPr>
          <a:xfrm>
            <a:off x="1224000" y="5863500"/>
            <a:ext cx="12600000" cy="1260000"/>
          </a:xfrm>
          <a:prstGeom prst="rect">
            <a:avLst/>
          </a:prstGeom>
          <a:noFill/>
          <a:ln/>
        </p:spPr>
        <p:txBody>
          <a:bodyPr wrap="square" lIns="0" tIns="0" rIns="0" bIns="0" rtlCol="0" anchor="t">
            <a:noAutofit/>
          </a:bodyPr>
          <a:lstStyle/>
          <a:p>
            <a:r>
              <a:rPr lang="en-US" sz="3600" dirty="0" err="1">
                <a:solidFill>
                  <a:srgbClr val="F5F3E4"/>
                </a:solidFill>
                <a:latin typeface="Hepta Slab" pitchFamily="2" charset="0"/>
                <a:ea typeface="Montserrat ExtraBold" pitchFamily="34" charset="-122"/>
                <a:cs typeface="Hepta Slab" pitchFamily="2" charset="0"/>
              </a:rPr>
              <a:t>Behavioural</a:t>
            </a:r>
            <a:r>
              <a:rPr lang="en-US" sz="3600" dirty="0">
                <a:solidFill>
                  <a:srgbClr val="F5F3E4"/>
                </a:solidFill>
                <a:latin typeface="Hepta Slab" pitchFamily="2" charset="0"/>
                <a:ea typeface="Montserrat ExtraBold" pitchFamily="34" charset="-122"/>
                <a:cs typeface="Hepta Slab" pitchFamily="2" charset="0"/>
              </a:rPr>
              <a:t> Science for Digital Journeys In Action</a:t>
            </a:r>
          </a:p>
        </p:txBody>
      </p:sp>
      <p:grpSp>
        <p:nvGrpSpPr>
          <p:cNvPr id="10" name="Group 9">
            <a:extLst>
              <a:ext uri="{FF2B5EF4-FFF2-40B4-BE49-F238E27FC236}">
                <a16:creationId xmlns:a16="http://schemas.microsoft.com/office/drawing/2014/main" id="{2C905B95-5EA2-CFE1-E38B-4E69AFD2BC61}"/>
              </a:ext>
            </a:extLst>
          </p:cNvPr>
          <p:cNvGrpSpPr/>
          <p:nvPr/>
        </p:nvGrpSpPr>
        <p:grpSpPr>
          <a:xfrm>
            <a:off x="-172482" y="9184073"/>
            <a:ext cx="17880922" cy="1393723"/>
            <a:chOff x="-172482" y="9184073"/>
            <a:chExt cx="17880922" cy="1393723"/>
          </a:xfrm>
        </p:grpSpPr>
        <p:sp>
          <p:nvSpPr>
            <p:cNvPr id="11" name="Title 1">
              <a:extLst>
                <a:ext uri="{FF2B5EF4-FFF2-40B4-BE49-F238E27FC236}">
                  <a16:creationId xmlns:a16="http://schemas.microsoft.com/office/drawing/2014/main" id="{714453AC-FF3B-46C9-7C95-D93605B4C661}"/>
                </a:ext>
              </a:extLst>
            </p:cNvPr>
            <p:cNvSpPr txBox="1">
              <a:spLocks/>
            </p:cNvSpPr>
            <p:nvPr/>
          </p:nvSpPr>
          <p:spPr>
            <a:xfrm>
              <a:off x="5681816" y="9781056"/>
              <a:ext cx="7242184" cy="26932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dirty="0">
                  <a:solidFill>
                    <a:schemeClr val="bg1"/>
                  </a:solidFill>
                  <a:latin typeface="Montserrat Medium" pitchFamily="2" charset="0"/>
                  <a:cs typeface="Hepta Slab" pitchFamily="2" charset="0"/>
                </a:rPr>
                <a:t>TERRAGNI CONSULTING (P) LTD PRIVATE AND CONFIDENTIAL ©</a:t>
              </a:r>
            </a:p>
          </p:txBody>
        </p:sp>
        <p:pic>
          <p:nvPicPr>
            <p:cNvPr id="12" name="Picture 11">
              <a:extLst>
                <a:ext uri="{FF2B5EF4-FFF2-40B4-BE49-F238E27FC236}">
                  <a16:creationId xmlns:a16="http://schemas.microsoft.com/office/drawing/2014/main" id="{B79FDB63-50D1-8247-6623-2E5C856897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40881" y="9806942"/>
              <a:ext cx="1767559" cy="269321"/>
            </a:xfrm>
            <a:prstGeom prst="rect">
              <a:avLst/>
            </a:prstGeom>
          </p:spPr>
        </p:pic>
        <p:pic>
          <p:nvPicPr>
            <p:cNvPr id="13" name="Picture 12">
              <a:extLst>
                <a:ext uri="{FF2B5EF4-FFF2-40B4-BE49-F238E27FC236}">
                  <a16:creationId xmlns:a16="http://schemas.microsoft.com/office/drawing/2014/main" id="{F6D4B987-A66D-E3E4-AF4A-EB86C9C39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482" y="9184073"/>
              <a:ext cx="2822459" cy="1393723"/>
            </a:xfrm>
            <a:prstGeom prst="rect">
              <a:avLst/>
            </a:prstGeom>
          </p:spPr>
        </p:pic>
      </p:grpSp>
    </p:spTree>
    <p:extLst>
      <p:ext uri="{BB962C8B-B14F-4D97-AF65-F5344CB8AC3E}">
        <p14:creationId xmlns:p14="http://schemas.microsoft.com/office/powerpoint/2010/main" val="238007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14A17"/>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76500"/>
            <a:ext cx="4889001" cy="10363500"/>
          </a:xfrm>
          <a:prstGeom prst="rect">
            <a:avLst/>
          </a:prstGeom>
        </p:spPr>
      </p:pic>
      <p:grpSp>
        <p:nvGrpSpPr>
          <p:cNvPr id="25" name="Group 24">
            <a:extLst>
              <a:ext uri="{FF2B5EF4-FFF2-40B4-BE49-F238E27FC236}">
                <a16:creationId xmlns:a16="http://schemas.microsoft.com/office/drawing/2014/main" id="{D9E82159-FA6A-F771-ABDB-00FE67323392}"/>
              </a:ext>
            </a:extLst>
          </p:cNvPr>
          <p:cNvGrpSpPr/>
          <p:nvPr/>
        </p:nvGrpSpPr>
        <p:grpSpPr>
          <a:xfrm>
            <a:off x="5535914" y="9463501"/>
            <a:ext cx="10913684" cy="720002"/>
            <a:chOff x="5535913" y="9283499"/>
            <a:chExt cx="10913683" cy="720001"/>
          </a:xfrm>
        </p:grpSpPr>
        <p:pic>
          <p:nvPicPr>
            <p:cNvPr id="22" name="Picture 21">
              <a:extLst>
                <a:ext uri="{FF2B5EF4-FFF2-40B4-BE49-F238E27FC236}">
                  <a16:creationId xmlns:a16="http://schemas.microsoft.com/office/drawing/2014/main" id="{FF70E79A-7DBF-AFDD-1E9F-0A64361AE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3" name="Picture 22">
              <a:extLst>
                <a:ext uri="{FF2B5EF4-FFF2-40B4-BE49-F238E27FC236}">
                  <a16:creationId xmlns:a16="http://schemas.microsoft.com/office/drawing/2014/main" id="{5AB76AF9-8B9A-D3FA-E967-C8F37605F312}"/>
                </a:ext>
              </a:extLst>
            </p:cNvPr>
            <p:cNvPicPr>
              <a:picLocks noChangeAspect="1"/>
            </p:cNvPicPr>
            <p:nvPr/>
          </p:nvPicPr>
          <p:blipFill rotWithShape="1">
            <a:blip r:embed="rId4">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24" name="Title 1">
              <a:extLst>
                <a:ext uri="{FF2B5EF4-FFF2-40B4-BE49-F238E27FC236}">
                  <a16:creationId xmlns:a16="http://schemas.microsoft.com/office/drawing/2014/main" id="{D3AC0D77-3D49-E06C-0A77-99EE8A2AD98B}"/>
                </a:ext>
              </a:extLst>
            </p:cNvPr>
            <p:cNvSpPr txBox="1">
              <a:spLocks/>
            </p:cNvSpPr>
            <p:nvPr/>
          </p:nvSpPr>
          <p:spPr>
            <a:xfrm>
              <a:off x="7993069" y="9519798"/>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5"/>
              <a:r>
                <a:rPr lang="en-IN" sz="1200" dirty="0">
                  <a:solidFill>
                    <a:prstClr val="white"/>
                  </a:solidFill>
                  <a:latin typeface="Montserrat Medium" pitchFamily="2" charset="0"/>
                  <a:cs typeface="Hepta Slab" pitchFamily="2" charset="0"/>
                </a:rPr>
                <a:t>TERRAGNI CONSULTING (P) LTD PRIVATE AND CONFIDENTIAL ©</a:t>
              </a:r>
            </a:p>
          </p:txBody>
        </p:sp>
      </p:grpSp>
      <p:sp>
        <p:nvSpPr>
          <p:cNvPr id="27" name="Object6">
            <a:extLst>
              <a:ext uri="{FF2B5EF4-FFF2-40B4-BE49-F238E27FC236}">
                <a16:creationId xmlns:a16="http://schemas.microsoft.com/office/drawing/2014/main" id="{9586A94B-61E5-D4FE-AF7D-AFC9F553AEE9}"/>
              </a:ext>
            </a:extLst>
          </p:cNvPr>
          <p:cNvSpPr/>
          <p:nvPr/>
        </p:nvSpPr>
        <p:spPr>
          <a:xfrm>
            <a:off x="510473" y="2353500"/>
            <a:ext cx="2869757" cy="6030000"/>
          </a:xfrm>
          <a:prstGeom prst="rect">
            <a:avLst/>
          </a:prstGeom>
          <a:noFill/>
          <a:ln/>
        </p:spPr>
        <p:txBody>
          <a:bodyPr wrap="square" lIns="0" tIns="0" rIns="0" bIns="0" rtlCol="0" anchor="t"/>
          <a:lstStyle/>
          <a:p>
            <a:pPr defTabSz="457223"/>
            <a:r>
              <a:rPr lang="en-US" sz="2000" dirty="0">
                <a:solidFill>
                  <a:srgbClr val="814A17"/>
                </a:solidFill>
                <a:latin typeface="Montserrat SemiBold" pitchFamily="2" charset="0"/>
                <a:ea typeface="Montserrat ExtraBold" pitchFamily="34" charset="-122"/>
                <a:cs typeface="Montserrat ExtraBold" pitchFamily="34" charset="-120"/>
              </a:rPr>
              <a:t>Client Background</a:t>
            </a:r>
          </a:p>
          <a:p>
            <a:pPr defTabSz="457223"/>
            <a:endParaRPr lang="en-US" sz="2000" dirty="0">
              <a:solidFill>
                <a:srgbClr val="3C2472"/>
              </a:solidFill>
              <a:latin typeface="Montserrat SemiBold" pitchFamily="2" charset="0"/>
              <a:ea typeface="Montserrat ExtraBold" pitchFamily="34" charset="-122"/>
              <a:cs typeface="Montserrat ExtraBold" pitchFamily="34" charset="-120"/>
            </a:endParaRPr>
          </a:p>
          <a:p>
            <a:pPr defTabSz="457223"/>
            <a:r>
              <a:rPr lang="en-US" sz="2000" dirty="0">
                <a:solidFill>
                  <a:prstClr val="white">
                    <a:lumMod val="75000"/>
                  </a:prstClr>
                </a:solidFill>
                <a:latin typeface="Montserrat SemiBold" pitchFamily="2" charset="0"/>
              </a:rPr>
              <a:t>Challenge</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Objective</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What We Did</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Samples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Strengths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Opportunities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Solutions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Business Outcomes</a:t>
            </a:r>
            <a:endParaRPr lang="en-US" sz="2000" dirty="0">
              <a:solidFill>
                <a:srgbClr val="817617"/>
              </a:solidFill>
              <a:latin typeface="Montserrat SemiBold" pitchFamily="2" charset="0"/>
            </a:endParaRPr>
          </a:p>
          <a:p>
            <a:pPr defTabSz="457223"/>
            <a:endParaRPr lang="en-US" sz="2000" dirty="0">
              <a:solidFill>
                <a:prstClr val="white">
                  <a:lumMod val="75000"/>
                </a:prstClr>
              </a:solidFill>
              <a:latin typeface="Montserrat SemiBold" pitchFamily="2" charset="0"/>
            </a:endParaRPr>
          </a:p>
        </p:txBody>
      </p:sp>
      <p:sp>
        <p:nvSpPr>
          <p:cNvPr id="29" name="Object6">
            <a:extLst>
              <a:ext uri="{FF2B5EF4-FFF2-40B4-BE49-F238E27FC236}">
                <a16:creationId xmlns:a16="http://schemas.microsoft.com/office/drawing/2014/main" id="{7FFB36EB-6BB8-0373-703D-3762D700F5DA}"/>
              </a:ext>
            </a:extLst>
          </p:cNvPr>
          <p:cNvSpPr/>
          <p:nvPr/>
        </p:nvSpPr>
        <p:spPr>
          <a:xfrm>
            <a:off x="5405466" y="2716944"/>
            <a:ext cx="3425175" cy="1260000"/>
          </a:xfrm>
          <a:prstGeom prst="rect">
            <a:avLst/>
          </a:prstGeom>
          <a:noFill/>
          <a:ln/>
        </p:spPr>
        <p:txBody>
          <a:bodyPr wrap="square" lIns="0" tIns="0" rIns="0" bIns="0" rtlCol="0" anchor="b">
            <a:noAutofit/>
          </a:bodyPr>
          <a:lstStyle/>
          <a:p>
            <a:pPr defTabSz="457223"/>
            <a:r>
              <a:rPr lang="en-US" sz="6600" dirty="0">
                <a:solidFill>
                  <a:srgbClr val="FFA65F"/>
                </a:solidFill>
                <a:latin typeface="Hepta Slab ExtraBold" pitchFamily="2" charset="0"/>
                <a:ea typeface="Montserrat ExtraBold" pitchFamily="34" charset="-122"/>
                <a:cs typeface="Hepta Slab ExtraBold" pitchFamily="2" charset="0"/>
              </a:rPr>
              <a:t>5</a:t>
            </a:r>
            <a:r>
              <a:rPr lang="en-US" sz="6600" baseline="30000" dirty="0">
                <a:solidFill>
                  <a:srgbClr val="FFA65F"/>
                </a:solidFill>
                <a:latin typeface="Hepta Slab ExtraBold" pitchFamily="2" charset="0"/>
                <a:ea typeface="Montserrat ExtraBold" pitchFamily="34" charset="-122"/>
                <a:cs typeface="Hepta Slab ExtraBold" pitchFamily="2" charset="0"/>
              </a:rPr>
              <a:t>th</a:t>
            </a:r>
            <a:r>
              <a:rPr lang="en-US" sz="6600" dirty="0">
                <a:solidFill>
                  <a:srgbClr val="FFA65F"/>
                </a:solidFill>
                <a:latin typeface="Hepta Slab ExtraBold" pitchFamily="2" charset="0"/>
                <a:ea typeface="Montserrat ExtraBold" pitchFamily="34" charset="-122"/>
                <a:cs typeface="Hepta Slab ExtraBold" pitchFamily="2" charset="0"/>
              </a:rPr>
              <a:t> </a:t>
            </a:r>
            <a:endParaRPr lang="en-US" sz="6600" dirty="0">
              <a:solidFill>
                <a:srgbClr val="FFA65F"/>
              </a:solidFill>
              <a:latin typeface="Hepta Slab ExtraBold" pitchFamily="2" charset="0"/>
              <a:cs typeface="Hepta Slab ExtraBold" pitchFamily="2" charset="0"/>
            </a:endParaRPr>
          </a:p>
        </p:txBody>
      </p:sp>
      <p:sp>
        <p:nvSpPr>
          <p:cNvPr id="31" name="Object5">
            <a:extLst>
              <a:ext uri="{FF2B5EF4-FFF2-40B4-BE49-F238E27FC236}">
                <a16:creationId xmlns:a16="http://schemas.microsoft.com/office/drawing/2014/main" id="{161E54A7-4AD9-6473-8202-C09144517DBC}"/>
              </a:ext>
            </a:extLst>
          </p:cNvPr>
          <p:cNvSpPr/>
          <p:nvPr/>
        </p:nvSpPr>
        <p:spPr>
          <a:xfrm>
            <a:off x="5405468" y="4179081"/>
            <a:ext cx="3954182" cy="1057863"/>
          </a:xfrm>
          <a:prstGeom prst="rect">
            <a:avLst/>
          </a:prstGeom>
          <a:noFill/>
          <a:ln/>
        </p:spPr>
        <p:txBody>
          <a:bodyPr wrap="square" lIns="0" tIns="0" rIns="0" bIns="0" rtlCol="0" anchor="t"/>
          <a:lstStyle/>
          <a:p>
            <a:pPr defTabSz="457223"/>
            <a:r>
              <a:rPr lang="en-US" sz="2400" dirty="0">
                <a:solidFill>
                  <a:srgbClr val="F5F3E4"/>
                </a:solidFill>
                <a:latin typeface="Hepta Slab Regular" pitchFamily="2" charset="0"/>
                <a:ea typeface="Hepta Slab Regular" pitchFamily="34" charset="-122"/>
                <a:cs typeface="Hepta Slab Regular" pitchFamily="2" charset="0"/>
              </a:rPr>
              <a:t>Largest bank in Asia</a:t>
            </a:r>
          </a:p>
        </p:txBody>
      </p:sp>
      <p:sp>
        <p:nvSpPr>
          <p:cNvPr id="32" name="Object5">
            <a:extLst>
              <a:ext uri="{FF2B5EF4-FFF2-40B4-BE49-F238E27FC236}">
                <a16:creationId xmlns:a16="http://schemas.microsoft.com/office/drawing/2014/main" id="{D0F42D0B-599B-4129-6B9E-9A7A0F07050A}"/>
              </a:ext>
            </a:extLst>
          </p:cNvPr>
          <p:cNvSpPr/>
          <p:nvPr/>
        </p:nvSpPr>
        <p:spPr>
          <a:xfrm>
            <a:off x="10427235" y="4171391"/>
            <a:ext cx="3793329" cy="461564"/>
          </a:xfrm>
          <a:prstGeom prst="rect">
            <a:avLst/>
          </a:prstGeom>
          <a:noFill/>
          <a:ln/>
        </p:spPr>
        <p:txBody>
          <a:bodyPr wrap="square" lIns="0" tIns="0" rIns="0" bIns="0" rtlCol="0" anchor="t"/>
          <a:lstStyle/>
          <a:p>
            <a:pPr defTabSz="457223"/>
            <a:r>
              <a:rPr lang="en-US" sz="2400" dirty="0">
                <a:solidFill>
                  <a:srgbClr val="F5F3E4"/>
                </a:solidFill>
                <a:latin typeface="Hepta Slab Regular" pitchFamily="2" charset="0"/>
                <a:ea typeface="Hepta Slab Regular" pitchFamily="34" charset="-122"/>
                <a:cs typeface="Hepta Slab Regular" pitchFamily="2" charset="0"/>
              </a:rPr>
              <a:t>Customers pan India</a:t>
            </a:r>
          </a:p>
        </p:txBody>
      </p:sp>
      <p:sp>
        <p:nvSpPr>
          <p:cNvPr id="33" name="Object5">
            <a:extLst>
              <a:ext uri="{FF2B5EF4-FFF2-40B4-BE49-F238E27FC236}">
                <a16:creationId xmlns:a16="http://schemas.microsoft.com/office/drawing/2014/main" id="{2D87212D-4EB8-5890-408E-4B9309BED88B}"/>
              </a:ext>
            </a:extLst>
          </p:cNvPr>
          <p:cNvSpPr/>
          <p:nvPr/>
        </p:nvSpPr>
        <p:spPr>
          <a:xfrm>
            <a:off x="10439650" y="6990319"/>
            <a:ext cx="2454233" cy="461564"/>
          </a:xfrm>
          <a:prstGeom prst="rect">
            <a:avLst/>
          </a:prstGeom>
          <a:noFill/>
          <a:ln/>
        </p:spPr>
        <p:txBody>
          <a:bodyPr wrap="square" lIns="0" tIns="0" rIns="0" bIns="0" rtlCol="0" anchor="t"/>
          <a:lstStyle/>
          <a:p>
            <a:pPr defTabSz="457223"/>
            <a:r>
              <a:rPr lang="en-US" sz="2400" dirty="0">
                <a:solidFill>
                  <a:srgbClr val="F5F3E4"/>
                </a:solidFill>
                <a:latin typeface="Hepta Slab Regular" pitchFamily="2" charset="0"/>
                <a:ea typeface="Hepta Slab Regular" pitchFamily="34" charset="-122"/>
                <a:cs typeface="Hepta Slab Regular" pitchFamily="2" charset="0"/>
              </a:rPr>
              <a:t>Branches</a:t>
            </a:r>
          </a:p>
        </p:txBody>
      </p:sp>
      <p:sp>
        <p:nvSpPr>
          <p:cNvPr id="34" name="Object6">
            <a:extLst>
              <a:ext uri="{FF2B5EF4-FFF2-40B4-BE49-F238E27FC236}">
                <a16:creationId xmlns:a16="http://schemas.microsoft.com/office/drawing/2014/main" id="{F776AD98-BF07-A03D-013C-A738CD52FF22}"/>
              </a:ext>
            </a:extLst>
          </p:cNvPr>
          <p:cNvSpPr/>
          <p:nvPr/>
        </p:nvSpPr>
        <p:spPr>
          <a:xfrm>
            <a:off x="10445468" y="5550231"/>
            <a:ext cx="3425174" cy="1260000"/>
          </a:xfrm>
          <a:prstGeom prst="rect">
            <a:avLst/>
          </a:prstGeom>
          <a:noFill/>
          <a:ln/>
        </p:spPr>
        <p:txBody>
          <a:bodyPr wrap="square" lIns="0" tIns="0" rIns="0" bIns="0" rtlCol="0" anchor="b">
            <a:noAutofit/>
          </a:bodyPr>
          <a:lstStyle/>
          <a:p>
            <a:pPr defTabSz="457223"/>
            <a:r>
              <a:rPr lang="en-US" sz="6600" dirty="0">
                <a:solidFill>
                  <a:srgbClr val="FFA65F"/>
                </a:solidFill>
                <a:latin typeface="Hepta Slab ExtraBold" pitchFamily="2" charset="0"/>
                <a:ea typeface="Montserrat ExtraBold" pitchFamily="34" charset="-122"/>
                <a:cs typeface="Hepta Slab ExtraBold" pitchFamily="2" charset="0"/>
              </a:rPr>
              <a:t>3120</a:t>
            </a:r>
            <a:endParaRPr lang="en-US" sz="6600" dirty="0">
              <a:solidFill>
                <a:srgbClr val="FFA65F"/>
              </a:solidFill>
              <a:latin typeface="Hepta Slab ExtraBold" pitchFamily="2" charset="0"/>
              <a:cs typeface="Hepta Slab ExtraBold" pitchFamily="2" charset="0"/>
            </a:endParaRPr>
          </a:p>
        </p:txBody>
      </p:sp>
      <p:sp>
        <p:nvSpPr>
          <p:cNvPr id="35" name="Object6">
            <a:extLst>
              <a:ext uri="{FF2B5EF4-FFF2-40B4-BE49-F238E27FC236}">
                <a16:creationId xmlns:a16="http://schemas.microsoft.com/office/drawing/2014/main" id="{73687B3F-84A9-5378-8894-588151DCD771}"/>
              </a:ext>
            </a:extLst>
          </p:cNvPr>
          <p:cNvSpPr/>
          <p:nvPr/>
        </p:nvSpPr>
        <p:spPr>
          <a:xfrm>
            <a:off x="10439649" y="2747574"/>
            <a:ext cx="4770690" cy="1260000"/>
          </a:xfrm>
          <a:prstGeom prst="rect">
            <a:avLst/>
          </a:prstGeom>
          <a:noFill/>
          <a:ln/>
        </p:spPr>
        <p:txBody>
          <a:bodyPr wrap="square" lIns="0" tIns="0" rIns="0" bIns="0" rtlCol="0" anchor="b">
            <a:noAutofit/>
          </a:bodyPr>
          <a:lstStyle/>
          <a:p>
            <a:pPr defTabSz="457223"/>
            <a:r>
              <a:rPr lang="en-US" sz="6600" dirty="0">
                <a:solidFill>
                  <a:srgbClr val="FFA65F"/>
                </a:solidFill>
                <a:latin typeface="Hepta Slab ExtraBold" pitchFamily="2" charset="0"/>
                <a:ea typeface="Montserrat ExtraBold" pitchFamily="34" charset="-122"/>
                <a:cs typeface="Hepta Slab ExtraBold" pitchFamily="2" charset="0"/>
              </a:rPr>
              <a:t>6 Lac+</a:t>
            </a:r>
          </a:p>
        </p:txBody>
      </p:sp>
      <p:sp>
        <p:nvSpPr>
          <p:cNvPr id="36" name="Object6">
            <a:extLst>
              <a:ext uri="{FF2B5EF4-FFF2-40B4-BE49-F238E27FC236}">
                <a16:creationId xmlns:a16="http://schemas.microsoft.com/office/drawing/2014/main" id="{34A38E71-3C12-4477-E2A9-A72BA36FF692}"/>
              </a:ext>
            </a:extLst>
          </p:cNvPr>
          <p:cNvSpPr/>
          <p:nvPr/>
        </p:nvSpPr>
        <p:spPr>
          <a:xfrm>
            <a:off x="5409325" y="5546550"/>
            <a:ext cx="3777254" cy="1260000"/>
          </a:xfrm>
          <a:prstGeom prst="rect">
            <a:avLst/>
          </a:prstGeom>
          <a:noFill/>
          <a:ln/>
        </p:spPr>
        <p:txBody>
          <a:bodyPr wrap="square" lIns="0" tIns="0" rIns="0" bIns="0" rtlCol="0" anchor="b">
            <a:noAutofit/>
          </a:bodyPr>
          <a:lstStyle/>
          <a:p>
            <a:pPr defTabSz="457223"/>
            <a:r>
              <a:rPr lang="en-US" sz="6600" dirty="0">
                <a:solidFill>
                  <a:srgbClr val="FFA65F"/>
                </a:solidFill>
                <a:latin typeface="Hepta Slab ExtraBold" pitchFamily="2" charset="0"/>
                <a:ea typeface="Montserrat ExtraBold" pitchFamily="34" charset="-122"/>
                <a:cs typeface="Hepta Slab ExtraBold" pitchFamily="2" charset="0"/>
              </a:rPr>
              <a:t>56084</a:t>
            </a:r>
            <a:endParaRPr lang="en-US" sz="6600" dirty="0">
              <a:solidFill>
                <a:srgbClr val="FFA65F"/>
              </a:solidFill>
              <a:latin typeface="Hepta Slab ExtraBold" pitchFamily="2" charset="0"/>
              <a:cs typeface="Hepta Slab ExtraBold" pitchFamily="2" charset="0"/>
            </a:endParaRPr>
          </a:p>
        </p:txBody>
      </p:sp>
      <p:sp>
        <p:nvSpPr>
          <p:cNvPr id="37" name="Object5">
            <a:extLst>
              <a:ext uri="{FF2B5EF4-FFF2-40B4-BE49-F238E27FC236}">
                <a16:creationId xmlns:a16="http://schemas.microsoft.com/office/drawing/2014/main" id="{D1A673E3-06E0-20E6-83C2-4D67DEFF27E3}"/>
              </a:ext>
            </a:extLst>
          </p:cNvPr>
          <p:cNvSpPr/>
          <p:nvPr/>
        </p:nvSpPr>
        <p:spPr>
          <a:xfrm>
            <a:off x="5409324" y="6970575"/>
            <a:ext cx="1936353" cy="347346"/>
          </a:xfrm>
          <a:prstGeom prst="rect">
            <a:avLst/>
          </a:prstGeom>
          <a:noFill/>
          <a:ln/>
        </p:spPr>
        <p:txBody>
          <a:bodyPr wrap="square" lIns="0" tIns="0" rIns="0" bIns="0" rtlCol="0" anchor="t"/>
          <a:lstStyle/>
          <a:p>
            <a:pPr defTabSz="457223"/>
            <a:r>
              <a:rPr lang="en-US" sz="2400" dirty="0">
                <a:solidFill>
                  <a:srgbClr val="F5F3E4"/>
                </a:solidFill>
                <a:latin typeface="Hepta Slab Regular" pitchFamily="2" charset="0"/>
                <a:ea typeface="Hepta Slab Regular" pitchFamily="34" charset="-122"/>
                <a:cs typeface="Hepta Slab Regular" pitchFamily="2" charset="0"/>
              </a:rPr>
              <a:t>Employees</a:t>
            </a:r>
          </a:p>
        </p:txBody>
      </p:sp>
    </p:spTree>
    <p:extLst>
      <p:ext uri="{BB962C8B-B14F-4D97-AF65-F5344CB8AC3E}">
        <p14:creationId xmlns:p14="http://schemas.microsoft.com/office/powerpoint/2010/main" val="4112054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11717"/>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76500"/>
            <a:ext cx="4889001" cy="10363500"/>
          </a:xfrm>
          <a:prstGeom prst="rect">
            <a:avLst/>
          </a:prstGeom>
        </p:spPr>
      </p:pic>
      <p:grpSp>
        <p:nvGrpSpPr>
          <p:cNvPr id="25" name="Group 24">
            <a:extLst>
              <a:ext uri="{FF2B5EF4-FFF2-40B4-BE49-F238E27FC236}">
                <a16:creationId xmlns:a16="http://schemas.microsoft.com/office/drawing/2014/main" id="{D9E82159-FA6A-F771-ABDB-00FE67323392}"/>
              </a:ext>
            </a:extLst>
          </p:cNvPr>
          <p:cNvGrpSpPr/>
          <p:nvPr/>
        </p:nvGrpSpPr>
        <p:grpSpPr>
          <a:xfrm>
            <a:off x="5535914" y="9463501"/>
            <a:ext cx="10913684" cy="720002"/>
            <a:chOff x="5535913" y="9283499"/>
            <a:chExt cx="10913683" cy="720001"/>
          </a:xfrm>
        </p:grpSpPr>
        <p:pic>
          <p:nvPicPr>
            <p:cNvPr id="22" name="Picture 21">
              <a:extLst>
                <a:ext uri="{FF2B5EF4-FFF2-40B4-BE49-F238E27FC236}">
                  <a16:creationId xmlns:a16="http://schemas.microsoft.com/office/drawing/2014/main" id="{FF70E79A-7DBF-AFDD-1E9F-0A64361AE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3" name="Picture 22">
              <a:extLst>
                <a:ext uri="{FF2B5EF4-FFF2-40B4-BE49-F238E27FC236}">
                  <a16:creationId xmlns:a16="http://schemas.microsoft.com/office/drawing/2014/main" id="{5AB76AF9-8B9A-D3FA-E967-C8F37605F312}"/>
                </a:ext>
              </a:extLst>
            </p:cNvPr>
            <p:cNvPicPr>
              <a:picLocks noChangeAspect="1"/>
            </p:cNvPicPr>
            <p:nvPr/>
          </p:nvPicPr>
          <p:blipFill rotWithShape="1">
            <a:blip r:embed="rId4">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24" name="Title 1">
              <a:extLst>
                <a:ext uri="{FF2B5EF4-FFF2-40B4-BE49-F238E27FC236}">
                  <a16:creationId xmlns:a16="http://schemas.microsoft.com/office/drawing/2014/main" id="{D3AC0D77-3D49-E06C-0A77-99EE8A2AD98B}"/>
                </a:ext>
              </a:extLst>
            </p:cNvPr>
            <p:cNvSpPr txBox="1">
              <a:spLocks/>
            </p:cNvSpPr>
            <p:nvPr/>
          </p:nvSpPr>
          <p:spPr>
            <a:xfrm>
              <a:off x="7993069" y="9519798"/>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5"/>
              <a:r>
                <a:rPr lang="en-IN" sz="1200" dirty="0">
                  <a:solidFill>
                    <a:prstClr val="white"/>
                  </a:solidFill>
                  <a:latin typeface="Montserrat Medium" pitchFamily="2" charset="0"/>
                  <a:cs typeface="Hepta Slab" pitchFamily="2" charset="0"/>
                </a:rPr>
                <a:t>TERRAGNI CONSULTING (P) LTD PRIVATE AND CONFIDENTIAL ©</a:t>
              </a:r>
            </a:p>
          </p:txBody>
        </p:sp>
      </p:grpSp>
      <p:sp>
        <p:nvSpPr>
          <p:cNvPr id="27" name="Object6">
            <a:extLst>
              <a:ext uri="{FF2B5EF4-FFF2-40B4-BE49-F238E27FC236}">
                <a16:creationId xmlns:a16="http://schemas.microsoft.com/office/drawing/2014/main" id="{9586A94B-61E5-D4FE-AF7D-AFC9F553AEE9}"/>
              </a:ext>
            </a:extLst>
          </p:cNvPr>
          <p:cNvSpPr/>
          <p:nvPr/>
        </p:nvSpPr>
        <p:spPr>
          <a:xfrm>
            <a:off x="510473" y="2353500"/>
            <a:ext cx="2869757" cy="6030000"/>
          </a:xfrm>
          <a:prstGeom prst="rect">
            <a:avLst/>
          </a:prstGeom>
          <a:noFill/>
          <a:ln/>
        </p:spPr>
        <p:txBody>
          <a:bodyPr wrap="square" lIns="0" tIns="0" rIns="0" bIns="0" rtlCol="0" anchor="t"/>
          <a:lstStyle/>
          <a:p>
            <a:pPr defTabSz="457223"/>
            <a:r>
              <a:rPr lang="en-US" sz="2000"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457223"/>
            <a:endParaRPr lang="en-US" sz="2000" dirty="0">
              <a:solidFill>
                <a:srgbClr val="3C2472"/>
              </a:solidFill>
              <a:latin typeface="Montserrat SemiBold" pitchFamily="2" charset="0"/>
              <a:ea typeface="Montserrat ExtraBold" pitchFamily="34" charset="-122"/>
              <a:cs typeface="Montserrat ExtraBold" pitchFamily="34" charset="-120"/>
            </a:endParaRPr>
          </a:p>
          <a:p>
            <a:pPr defTabSz="457223"/>
            <a:r>
              <a:rPr lang="en-US" sz="2000" dirty="0">
                <a:solidFill>
                  <a:srgbClr val="811717"/>
                </a:solidFill>
                <a:latin typeface="Montserrat SemiBold" pitchFamily="2" charset="0"/>
              </a:rPr>
              <a:t>Challenge</a:t>
            </a:r>
          </a:p>
          <a:p>
            <a:pPr defTabSz="457223"/>
            <a:endParaRPr lang="en-US" sz="2000" dirty="0">
              <a:solidFill>
                <a:srgbClr val="811717"/>
              </a:solidFill>
              <a:latin typeface="Montserrat SemiBold" pitchFamily="2" charset="0"/>
            </a:endParaRPr>
          </a:p>
          <a:p>
            <a:pPr defTabSz="457223"/>
            <a:r>
              <a:rPr lang="en-US" sz="2000" dirty="0">
                <a:solidFill>
                  <a:prstClr val="white">
                    <a:lumMod val="75000"/>
                  </a:prstClr>
                </a:solidFill>
                <a:latin typeface="Montserrat SemiBold" pitchFamily="2" charset="0"/>
              </a:rPr>
              <a:t>Objective</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What We Did</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Samples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Strengths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Opportunities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Solutions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Business Outcomes</a:t>
            </a:r>
            <a:endParaRPr lang="en-US" sz="2000" dirty="0">
              <a:solidFill>
                <a:srgbClr val="817617"/>
              </a:solidFill>
              <a:latin typeface="Montserrat SemiBold" pitchFamily="2" charset="0"/>
            </a:endParaRPr>
          </a:p>
          <a:p>
            <a:pPr defTabSz="457223"/>
            <a:endParaRPr lang="en-US" sz="2000" dirty="0">
              <a:solidFill>
                <a:prstClr val="white">
                  <a:lumMod val="75000"/>
                </a:prstClr>
              </a:solidFill>
              <a:latin typeface="Montserrat SemiBold" pitchFamily="2" charset="0"/>
            </a:endParaRPr>
          </a:p>
        </p:txBody>
      </p:sp>
      <p:sp>
        <p:nvSpPr>
          <p:cNvPr id="18" name="Object4">
            <a:extLst>
              <a:ext uri="{FF2B5EF4-FFF2-40B4-BE49-F238E27FC236}">
                <a16:creationId xmlns:a16="http://schemas.microsoft.com/office/drawing/2014/main" id="{2F56AE42-39CB-B537-760E-303F926E7512}"/>
              </a:ext>
            </a:extLst>
          </p:cNvPr>
          <p:cNvSpPr/>
          <p:nvPr/>
        </p:nvSpPr>
        <p:spPr>
          <a:xfrm>
            <a:off x="5535912" y="3703500"/>
            <a:ext cx="10808088" cy="1800000"/>
          </a:xfrm>
          <a:prstGeom prst="rect">
            <a:avLst/>
          </a:prstGeom>
          <a:noFill/>
          <a:ln/>
        </p:spPr>
        <p:txBody>
          <a:bodyPr wrap="square" lIns="0" tIns="0" rIns="0" bIns="0" rtlCol="0" anchor="t"/>
          <a:lstStyle/>
          <a:p>
            <a:pPr defTabSz="457223"/>
            <a:r>
              <a:rPr lang="en-US" sz="4001" b="1" dirty="0">
                <a:solidFill>
                  <a:srgbClr val="FF3131"/>
                </a:solidFill>
                <a:latin typeface="Hepta Slab Bold" pitchFamily="34" charset="0"/>
                <a:ea typeface="Hepta Slab Bold" pitchFamily="34" charset="-122"/>
                <a:cs typeface="Hepta Slab Bold" pitchFamily="34" charset="-120"/>
              </a:rPr>
              <a:t>Profitability and Customer Retention under pressure due to</a:t>
            </a:r>
          </a:p>
        </p:txBody>
      </p:sp>
      <p:sp>
        <p:nvSpPr>
          <p:cNvPr id="19" name="Object5">
            <a:extLst>
              <a:ext uri="{FF2B5EF4-FFF2-40B4-BE49-F238E27FC236}">
                <a16:creationId xmlns:a16="http://schemas.microsoft.com/office/drawing/2014/main" id="{A0F99477-C5D6-0452-07F2-AC3B186E7605}"/>
              </a:ext>
            </a:extLst>
          </p:cNvPr>
          <p:cNvSpPr/>
          <p:nvPr/>
        </p:nvSpPr>
        <p:spPr>
          <a:xfrm>
            <a:off x="5535912" y="5530080"/>
            <a:ext cx="10808088" cy="1503420"/>
          </a:xfrm>
          <a:prstGeom prst="rect">
            <a:avLst/>
          </a:prstGeom>
          <a:noFill/>
          <a:ln/>
        </p:spPr>
        <p:txBody>
          <a:bodyPr wrap="square" lIns="0" tIns="0" rIns="0" bIns="0" rtlCol="0" anchor="t"/>
          <a:lstStyle/>
          <a:p>
            <a:pPr defTabSz="457223"/>
            <a:r>
              <a:rPr lang="en-US" sz="2400" dirty="0">
                <a:solidFill>
                  <a:srgbClr val="F5F3E4"/>
                </a:solidFill>
                <a:latin typeface="Hepta Slab Regular" pitchFamily="2" charset="0"/>
                <a:ea typeface="Hepta Slab Regular" pitchFamily="34" charset="-122"/>
                <a:cs typeface="Hepta Slab Regular" pitchFamily="2" charset="0"/>
              </a:rPr>
              <a:t>Weak adoption of digital touchpoints for regular banking processes</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a:p>
            <a:pPr defTabSz="457223"/>
            <a:r>
              <a:rPr lang="en-US" sz="2400" dirty="0">
                <a:solidFill>
                  <a:srgbClr val="F5F3E4"/>
                </a:solidFill>
                <a:latin typeface="Hepta Slab Regular" pitchFamily="2" charset="0"/>
                <a:ea typeface="Hepta Slab Regular" pitchFamily="34" charset="-122"/>
                <a:cs typeface="Hepta Slab Regular" pitchFamily="2" charset="0"/>
              </a:rPr>
              <a:t>High cost of customer service via physical channels (branches, contact </a:t>
            </a:r>
            <a:r>
              <a:rPr lang="en-US" sz="2400" dirty="0" err="1">
                <a:solidFill>
                  <a:srgbClr val="F5F3E4"/>
                </a:solidFill>
                <a:latin typeface="Hepta Slab Regular" pitchFamily="2" charset="0"/>
                <a:ea typeface="Hepta Slab Regular" pitchFamily="34" charset="-122"/>
                <a:cs typeface="Hepta Slab Regular" pitchFamily="2" charset="0"/>
              </a:rPr>
              <a:t>centre</a:t>
            </a:r>
            <a:r>
              <a:rPr lang="en-US" sz="2400" dirty="0">
                <a:solidFill>
                  <a:srgbClr val="F5F3E4"/>
                </a:solidFill>
                <a:latin typeface="Hepta Slab Regular" pitchFamily="2" charset="0"/>
                <a:ea typeface="Hepta Slab Regular" pitchFamily="34" charset="-122"/>
                <a:cs typeface="Hepta Slab Regular" pitchFamily="2" charset="0"/>
              </a:rPr>
              <a:t>)</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a:p>
            <a:pPr defTabSz="457223"/>
            <a:r>
              <a:rPr lang="en-US" sz="2400" dirty="0">
                <a:solidFill>
                  <a:srgbClr val="F5F3E4"/>
                </a:solidFill>
                <a:latin typeface="Hepta Slab Regular" pitchFamily="2" charset="0"/>
                <a:ea typeface="Hepta Slab Regular" pitchFamily="34" charset="-122"/>
                <a:cs typeface="Hepta Slab Regular" pitchFamily="2" charset="0"/>
              </a:rPr>
              <a:t>Customer dissatisfaction  with digital touchpoints detracting from overall customer experience with the institution</a:t>
            </a:r>
          </a:p>
        </p:txBody>
      </p:sp>
      <p:pic>
        <p:nvPicPr>
          <p:cNvPr id="9" name="Picture 8">
            <a:extLst>
              <a:ext uri="{FF2B5EF4-FFF2-40B4-BE49-F238E27FC236}">
                <a16:creationId xmlns:a16="http://schemas.microsoft.com/office/drawing/2014/main" id="{A6EDF7AD-76FC-8BB5-EF96-0B1481E6C1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9000" y="0"/>
            <a:ext cx="3780000" cy="3780000"/>
          </a:xfrm>
          <a:prstGeom prst="rect">
            <a:avLst/>
          </a:prstGeom>
        </p:spPr>
      </p:pic>
    </p:spTree>
    <p:extLst>
      <p:ext uri="{BB962C8B-B14F-4D97-AF65-F5344CB8AC3E}">
        <p14:creationId xmlns:p14="http://schemas.microsoft.com/office/powerpoint/2010/main" val="3111262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17617"/>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76500"/>
            <a:ext cx="4889001" cy="10363500"/>
          </a:xfrm>
          <a:prstGeom prst="rect">
            <a:avLst/>
          </a:prstGeom>
        </p:spPr>
      </p:pic>
      <p:sp>
        <p:nvSpPr>
          <p:cNvPr id="27" name="Object6">
            <a:extLst>
              <a:ext uri="{FF2B5EF4-FFF2-40B4-BE49-F238E27FC236}">
                <a16:creationId xmlns:a16="http://schemas.microsoft.com/office/drawing/2014/main" id="{9586A94B-61E5-D4FE-AF7D-AFC9F553AEE9}"/>
              </a:ext>
            </a:extLst>
          </p:cNvPr>
          <p:cNvSpPr/>
          <p:nvPr/>
        </p:nvSpPr>
        <p:spPr>
          <a:xfrm>
            <a:off x="510473" y="2353500"/>
            <a:ext cx="2869757" cy="6030000"/>
          </a:xfrm>
          <a:prstGeom prst="rect">
            <a:avLst/>
          </a:prstGeom>
          <a:noFill/>
          <a:ln/>
        </p:spPr>
        <p:txBody>
          <a:bodyPr wrap="square" lIns="0" tIns="0" rIns="0" bIns="0" rtlCol="0" anchor="t"/>
          <a:lstStyle/>
          <a:p>
            <a:pPr defTabSz="457223"/>
            <a:r>
              <a:rPr lang="en-US" sz="2000" dirty="0">
                <a:solidFill>
                  <a:prstClr val="white">
                    <a:lumMod val="75000"/>
                  </a:prstClr>
                </a:solidFill>
                <a:latin typeface="Montserrat SemiBold" pitchFamily="2" charset="0"/>
                <a:ea typeface="Montserrat ExtraBold" pitchFamily="34" charset="-122"/>
                <a:cs typeface="Montserrat ExtraBold" pitchFamily="34" charset="-120"/>
              </a:rPr>
              <a:t>Client  Background</a:t>
            </a:r>
          </a:p>
          <a:p>
            <a:pPr defTabSz="457223"/>
            <a:endParaRPr lang="en-US" sz="2000" dirty="0">
              <a:solidFill>
                <a:srgbClr val="3C2472"/>
              </a:solidFill>
              <a:latin typeface="Montserrat SemiBold" pitchFamily="2" charset="0"/>
              <a:ea typeface="Montserrat ExtraBold" pitchFamily="34" charset="-122"/>
              <a:cs typeface="Montserrat ExtraBold" pitchFamily="34" charset="-120"/>
            </a:endParaRPr>
          </a:p>
          <a:p>
            <a:pPr defTabSz="457223"/>
            <a:r>
              <a:rPr lang="en-US" sz="2000" dirty="0">
                <a:solidFill>
                  <a:prstClr val="white">
                    <a:lumMod val="75000"/>
                  </a:prstClr>
                </a:solidFill>
                <a:latin typeface="Montserrat SemiBold" pitchFamily="2" charset="0"/>
              </a:rPr>
              <a:t>Challenge</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What We Did</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Samples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Strengths</a:t>
            </a:r>
          </a:p>
          <a:p>
            <a:pPr defTabSz="457223"/>
            <a:endParaRPr lang="en-US" sz="2000" dirty="0">
              <a:solidFill>
                <a:prstClr val="white">
                  <a:lumMod val="75000"/>
                </a:prstClr>
              </a:solidFill>
              <a:latin typeface="Montserrat SemiBold" pitchFamily="2" charset="0"/>
            </a:endParaRPr>
          </a:p>
          <a:p>
            <a:pPr defTabSz="457223"/>
            <a:r>
              <a:rPr lang="en-US" sz="2000" dirty="0">
                <a:solidFill>
                  <a:prstClr val="white">
                    <a:lumMod val="75000"/>
                  </a:prstClr>
                </a:solidFill>
                <a:latin typeface="Montserrat SemiBold" pitchFamily="2" charset="0"/>
              </a:rPr>
              <a:t>Opportunities</a:t>
            </a:r>
          </a:p>
          <a:p>
            <a:pPr defTabSz="457223"/>
            <a:endParaRPr lang="en-US" sz="2000" dirty="0">
              <a:solidFill>
                <a:prstClr val="white">
                  <a:lumMod val="75000"/>
                </a:prstClr>
              </a:solidFill>
              <a:latin typeface="Montserrat SemiBold" pitchFamily="2" charset="0"/>
            </a:endParaRPr>
          </a:p>
          <a:p>
            <a:pPr defTabSz="457223"/>
            <a:r>
              <a:rPr lang="en-US" sz="2000" dirty="0">
                <a:solidFill>
                  <a:srgbClr val="817617"/>
                </a:solidFill>
                <a:latin typeface="Montserrat SemiBold" pitchFamily="2" charset="0"/>
              </a:rPr>
              <a:t>Solutions</a:t>
            </a:r>
          </a:p>
          <a:p>
            <a:pPr defTabSz="457223"/>
            <a:endParaRPr lang="en-US" sz="2000" dirty="0">
              <a:solidFill>
                <a:srgbClr val="817617"/>
              </a:solidFill>
              <a:latin typeface="Montserrat SemiBold" pitchFamily="2" charset="0"/>
            </a:endParaRPr>
          </a:p>
          <a:p>
            <a:pPr defTabSz="457223"/>
            <a:r>
              <a:rPr lang="en-US" sz="2000" dirty="0">
                <a:solidFill>
                  <a:prstClr val="white">
                    <a:lumMod val="75000"/>
                  </a:prstClr>
                </a:solidFill>
                <a:latin typeface="Montserrat SemiBold" pitchFamily="2" charset="0"/>
              </a:rPr>
              <a:t>Business Outcomes</a:t>
            </a:r>
            <a:endParaRPr lang="en-US" sz="2000" dirty="0">
              <a:solidFill>
                <a:srgbClr val="817617"/>
              </a:solidFill>
              <a:latin typeface="Montserrat SemiBold" pitchFamily="2" charset="0"/>
            </a:endParaRPr>
          </a:p>
          <a:p>
            <a:pPr defTabSz="457223"/>
            <a:endParaRPr lang="en-US" sz="2000" dirty="0">
              <a:solidFill>
                <a:srgbClr val="817617"/>
              </a:solidFill>
              <a:latin typeface="Montserrat SemiBold" pitchFamily="2" charset="0"/>
            </a:endParaRPr>
          </a:p>
        </p:txBody>
      </p:sp>
      <p:sp>
        <p:nvSpPr>
          <p:cNvPr id="11" name="Object5">
            <a:extLst>
              <a:ext uri="{FF2B5EF4-FFF2-40B4-BE49-F238E27FC236}">
                <a16:creationId xmlns:a16="http://schemas.microsoft.com/office/drawing/2014/main" id="{AF2AE1F4-E20B-A7B5-3FB6-517EA4463599}"/>
              </a:ext>
            </a:extLst>
          </p:cNvPr>
          <p:cNvSpPr/>
          <p:nvPr/>
        </p:nvSpPr>
        <p:spPr>
          <a:xfrm>
            <a:off x="5535913" y="3610563"/>
            <a:ext cx="7863088" cy="1173849"/>
          </a:xfrm>
          <a:prstGeom prst="rect">
            <a:avLst/>
          </a:prstGeom>
          <a:noFill/>
          <a:ln/>
        </p:spPr>
        <p:txBody>
          <a:bodyPr wrap="square" lIns="0" tIns="0" rIns="0" bIns="0" rtlCol="0" anchor="t"/>
          <a:lstStyle/>
          <a:p>
            <a:pPr defTabSz="457223"/>
            <a:r>
              <a:rPr lang="en-US" sz="2400" dirty="0">
                <a:solidFill>
                  <a:srgbClr val="F5F3E4"/>
                </a:solidFill>
                <a:latin typeface="Hepta Slab SemiBold" pitchFamily="2" charset="0"/>
                <a:ea typeface="Hepta Slab Regular" pitchFamily="34" charset="-122"/>
                <a:cs typeface="Hepta Slab SemiBold" pitchFamily="2" charset="0"/>
              </a:rPr>
              <a:t>Jump Deployed For All Regular Digital Banking Journeys For:</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a:p>
            <a:pPr defTabSz="457223"/>
            <a:r>
              <a:rPr lang="en-US" sz="2400" dirty="0">
                <a:solidFill>
                  <a:srgbClr val="F5F3E4"/>
                </a:solidFill>
                <a:latin typeface="Hepta Slab Regular" pitchFamily="2" charset="0"/>
                <a:ea typeface="Hepta Slab Regular" pitchFamily="34" charset="-122"/>
                <a:cs typeface="Hepta Slab Regular" pitchFamily="2" charset="0"/>
              </a:rPr>
              <a:t>Making journeys simpler</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a:p>
            <a:pPr defTabSz="457223"/>
            <a:r>
              <a:rPr lang="en-US" sz="2400" dirty="0">
                <a:solidFill>
                  <a:srgbClr val="F5F3E4"/>
                </a:solidFill>
                <a:latin typeface="Hepta Slab Regular" pitchFamily="2" charset="0"/>
                <a:ea typeface="Hepta Slab Regular" pitchFamily="34" charset="-122"/>
                <a:cs typeface="Hepta Slab Regular" pitchFamily="2" charset="0"/>
              </a:rPr>
              <a:t>Aligning journeys with user contexts</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a:p>
            <a:pPr defTabSz="457223"/>
            <a:r>
              <a:rPr lang="en-US" sz="2400" dirty="0">
                <a:solidFill>
                  <a:srgbClr val="F5F3E4"/>
                </a:solidFill>
                <a:latin typeface="Hepta Slab Regular" pitchFamily="2" charset="0"/>
                <a:ea typeface="Hepta Slab Regular" pitchFamily="34" charset="-122"/>
                <a:cs typeface="Hepta Slab Regular" pitchFamily="2" charset="0"/>
              </a:rPr>
              <a:t>Incorporating </a:t>
            </a:r>
            <a:r>
              <a:rPr lang="en-US" sz="2400" dirty="0" err="1">
                <a:solidFill>
                  <a:srgbClr val="F5F3E4"/>
                </a:solidFill>
                <a:latin typeface="Hepta Slab Regular" pitchFamily="2" charset="0"/>
                <a:ea typeface="Hepta Slab Regular" pitchFamily="34" charset="-122"/>
                <a:cs typeface="Hepta Slab Regular" pitchFamily="2" charset="0"/>
              </a:rPr>
              <a:t>behaviour</a:t>
            </a:r>
            <a:r>
              <a:rPr lang="en-US" sz="2400" dirty="0">
                <a:solidFill>
                  <a:srgbClr val="F5F3E4"/>
                </a:solidFill>
                <a:latin typeface="Hepta Slab Regular" pitchFamily="2" charset="0"/>
                <a:ea typeface="Hepta Slab Regular" pitchFamily="34" charset="-122"/>
                <a:cs typeface="Hepta Slab Regular" pitchFamily="2" charset="0"/>
              </a:rPr>
              <a:t> science principles to drive adoption and usage</a:t>
            </a:r>
          </a:p>
          <a:p>
            <a:pPr defTabSz="457223"/>
            <a:endParaRPr lang="en-US" sz="2400" dirty="0">
              <a:solidFill>
                <a:srgbClr val="F5F3E4"/>
              </a:solidFill>
              <a:latin typeface="Hepta Slab Regular" pitchFamily="2" charset="0"/>
              <a:ea typeface="Hepta Slab Regular" pitchFamily="34" charset="-122"/>
              <a:cs typeface="Hepta Slab Regular" pitchFamily="2" charset="0"/>
            </a:endParaRPr>
          </a:p>
        </p:txBody>
      </p:sp>
      <p:grpSp>
        <p:nvGrpSpPr>
          <p:cNvPr id="26" name="Group 25">
            <a:extLst>
              <a:ext uri="{FF2B5EF4-FFF2-40B4-BE49-F238E27FC236}">
                <a16:creationId xmlns:a16="http://schemas.microsoft.com/office/drawing/2014/main" id="{4EA62BCD-F6D9-441A-B2D5-CD4E98969517}"/>
              </a:ext>
            </a:extLst>
          </p:cNvPr>
          <p:cNvGrpSpPr/>
          <p:nvPr/>
        </p:nvGrpSpPr>
        <p:grpSpPr>
          <a:xfrm>
            <a:off x="5535914" y="9463501"/>
            <a:ext cx="10913684" cy="720002"/>
            <a:chOff x="5535913" y="9283499"/>
            <a:chExt cx="10913683" cy="720001"/>
          </a:xfrm>
        </p:grpSpPr>
        <p:pic>
          <p:nvPicPr>
            <p:cNvPr id="28" name="Picture 27">
              <a:extLst>
                <a:ext uri="{FF2B5EF4-FFF2-40B4-BE49-F238E27FC236}">
                  <a16:creationId xmlns:a16="http://schemas.microsoft.com/office/drawing/2014/main" id="{E8A22581-630E-02A7-0EF8-6114431B65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2773" y="9511053"/>
              <a:ext cx="1566823" cy="238735"/>
            </a:xfrm>
            <a:prstGeom prst="rect">
              <a:avLst/>
            </a:prstGeom>
          </p:spPr>
        </p:pic>
        <p:pic>
          <p:nvPicPr>
            <p:cNvPr id="29" name="Picture 28">
              <a:extLst>
                <a:ext uri="{FF2B5EF4-FFF2-40B4-BE49-F238E27FC236}">
                  <a16:creationId xmlns:a16="http://schemas.microsoft.com/office/drawing/2014/main" id="{C55B5FDB-01C4-6269-F110-A270604FB1EE}"/>
                </a:ext>
              </a:extLst>
            </p:cNvPr>
            <p:cNvPicPr>
              <a:picLocks noChangeAspect="1"/>
            </p:cNvPicPr>
            <p:nvPr/>
          </p:nvPicPr>
          <p:blipFill rotWithShape="1">
            <a:blip r:embed="rId4">
              <a:extLst>
                <a:ext uri="{28A0092B-C50C-407E-A947-70E740481C1C}">
                  <a14:useLocalDpi xmlns:a14="http://schemas.microsoft.com/office/drawing/2010/main" val="0"/>
                </a:ext>
              </a:extLst>
            </a:blip>
            <a:srcRect l="15127" t="21918" r="12518" b="19802"/>
            <a:stretch/>
          </p:blipFill>
          <p:spPr>
            <a:xfrm>
              <a:off x="5535913" y="9283499"/>
              <a:ext cx="1810243" cy="720001"/>
            </a:xfrm>
            <a:prstGeom prst="rect">
              <a:avLst/>
            </a:prstGeom>
          </p:spPr>
        </p:pic>
        <p:sp>
          <p:nvSpPr>
            <p:cNvPr id="30" name="Title 1">
              <a:extLst>
                <a:ext uri="{FF2B5EF4-FFF2-40B4-BE49-F238E27FC236}">
                  <a16:creationId xmlns:a16="http://schemas.microsoft.com/office/drawing/2014/main" id="{AB4E9D9F-2682-FF3A-594B-F6CA471CA0D0}"/>
                </a:ext>
              </a:extLst>
            </p:cNvPr>
            <p:cNvSpPr txBox="1">
              <a:spLocks/>
            </p:cNvSpPr>
            <p:nvPr/>
          </p:nvSpPr>
          <p:spPr>
            <a:xfrm>
              <a:off x="7993069" y="9519798"/>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914445"/>
              <a:r>
                <a:rPr lang="en-IN" sz="1200" dirty="0">
                  <a:solidFill>
                    <a:prstClr val="white"/>
                  </a:solidFill>
                  <a:latin typeface="Montserrat Medium" pitchFamily="2" charset="0"/>
                  <a:cs typeface="Hepta Slab" pitchFamily="2" charset="0"/>
                </a:rPr>
                <a:t>TERRAGNI CONSULTING (P) LTD PRIVATE AND CONFIDENTIAL © </a:t>
              </a:r>
            </a:p>
          </p:txBody>
        </p:sp>
      </p:grpSp>
      <p:pic>
        <p:nvPicPr>
          <p:cNvPr id="7" name="Picture 6">
            <a:extLst>
              <a:ext uri="{FF2B5EF4-FFF2-40B4-BE49-F238E27FC236}">
                <a16:creationId xmlns:a16="http://schemas.microsoft.com/office/drawing/2014/main" id="{7E1DB550-F1ED-303D-9DC0-540691ED07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4002" y="-50623"/>
            <a:ext cx="3639365" cy="3639365"/>
          </a:xfrm>
          <a:prstGeom prst="rect">
            <a:avLst/>
          </a:prstGeom>
        </p:spPr>
      </p:pic>
    </p:spTree>
    <p:extLst>
      <p:ext uri="{BB962C8B-B14F-4D97-AF65-F5344CB8AC3E}">
        <p14:creationId xmlns:p14="http://schemas.microsoft.com/office/powerpoint/2010/main" val="2408593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279"/>
          <p:cNvSpPr/>
          <p:nvPr/>
        </p:nvSpPr>
        <p:spPr>
          <a:xfrm>
            <a:off x="-47118" y="1"/>
            <a:ext cx="7171818" cy="10287002"/>
          </a:xfrm>
          <a:prstGeom prst="rect">
            <a:avLst/>
          </a:prstGeom>
          <a:solidFill>
            <a:srgbClr val="C7E4F4"/>
          </a:solidFill>
          <a:ln w="12700">
            <a:miter lim="400000"/>
          </a:ln>
        </p:spPr>
        <p:txBody>
          <a:bodyPr lIns="38100" tIns="38100" rIns="38100" bIns="38100" anchor="ctr"/>
          <a:lstStyle/>
          <a:p>
            <a:pPr algn="ctr" defTabSz="619125" hangingPunct="0">
              <a:defRPr sz="3200">
                <a:solidFill>
                  <a:srgbClr val="FFFFFF"/>
                </a:solidFill>
              </a:defRPr>
            </a:pPr>
            <a:endParaRPr sz="2400" kern="0" dirty="0">
              <a:solidFill>
                <a:srgbClr val="FFFFFF"/>
              </a:solidFill>
              <a:latin typeface="Helvetica Light"/>
              <a:sym typeface="Helvetica Light"/>
            </a:endParaRPr>
          </a:p>
        </p:txBody>
      </p:sp>
      <p:sp>
        <p:nvSpPr>
          <p:cNvPr id="2" name="Title 1"/>
          <p:cNvSpPr>
            <a:spLocks noGrp="1"/>
          </p:cNvSpPr>
          <p:nvPr>
            <p:ph type="title"/>
          </p:nvPr>
        </p:nvSpPr>
        <p:spPr>
          <a:xfrm>
            <a:off x="7790420" y="963277"/>
            <a:ext cx="9795243" cy="683831"/>
          </a:xfrm>
        </p:spPr>
        <p:txBody>
          <a:bodyPr>
            <a:noAutofit/>
          </a:bodyPr>
          <a:lstStyle/>
          <a:p>
            <a:r>
              <a:rPr lang="en-IN" sz="2800" b="1" cap="none" spc="0" dirty="0">
                <a:latin typeface="Hepta Slab" pitchFamily="2" charset="0"/>
                <a:cs typeface="Hepta Slab" pitchFamily="2" charset="0"/>
              </a:rPr>
              <a:t>Inconsistent touchpoints</a:t>
            </a:r>
          </a:p>
        </p:txBody>
      </p:sp>
      <p:sp>
        <p:nvSpPr>
          <p:cNvPr id="4" name="Text Placeholder 3"/>
          <p:cNvSpPr>
            <a:spLocks noGrp="1"/>
          </p:cNvSpPr>
          <p:nvPr>
            <p:ph type="body" sz="half" idx="2"/>
          </p:nvPr>
        </p:nvSpPr>
        <p:spPr>
          <a:xfrm>
            <a:off x="7790423" y="1957223"/>
            <a:ext cx="9795240" cy="1554272"/>
          </a:xfrm>
          <a:ln w="12700">
            <a:miter lim="400000"/>
          </a:ln>
        </p:spPr>
        <p:txBody>
          <a:bodyPr wrap="square" lIns="38100" tIns="38100" rIns="38100" bIns="38100" anchor="ctr">
            <a:spAutoFit/>
          </a:bodyPr>
          <a:lstStyle/>
          <a:p>
            <a:pPr algn="just" rtl="0" hangingPunct="0">
              <a:lnSpc>
                <a:spcPct val="100000"/>
              </a:lnSpc>
              <a:spcBef>
                <a:spcPts val="0"/>
              </a:spcBef>
              <a:spcAft>
                <a:spcPts val="1500"/>
              </a:spcAft>
              <a:buSzTx/>
            </a:pPr>
            <a:r>
              <a:rPr lang="en-IN" sz="2400" dirty="0">
                <a:solidFill>
                  <a:srgbClr val="53585F"/>
                </a:solidFill>
                <a:latin typeface="Montserrat" pitchFamily="2" charset="0"/>
                <a:cs typeface="Hepta Slab" pitchFamily="2" charset="0"/>
                <a:sym typeface="Helvetica Light"/>
              </a:rPr>
              <a:t>Users unable to find the ‘Change Usage Preference’ option on the mobile application. While this option was found in the Debit Cards section on the website it was not available in the corresponding section in the app.</a:t>
            </a:r>
          </a:p>
        </p:txBody>
      </p:sp>
      <p:pic>
        <p:nvPicPr>
          <p:cNvPr id="7" name="Picture 6">
            <a:extLst>
              <a:ext uri="{FF2B5EF4-FFF2-40B4-BE49-F238E27FC236}">
                <a16:creationId xmlns:a16="http://schemas.microsoft.com/office/drawing/2014/main" id="{D8D199DF-390C-44BE-BC32-367BD674665E}"/>
              </a:ext>
            </a:extLst>
          </p:cNvPr>
          <p:cNvPicPr>
            <a:picLocks noChangeAspect="1"/>
          </p:cNvPicPr>
          <p:nvPr/>
        </p:nvPicPr>
        <p:blipFill>
          <a:blip r:embed="rId2"/>
          <a:stretch>
            <a:fillRect/>
          </a:stretch>
        </p:blipFill>
        <p:spPr>
          <a:xfrm>
            <a:off x="1853127" y="320489"/>
            <a:ext cx="5172075" cy="3771900"/>
          </a:xfrm>
          <a:prstGeom prst="rect">
            <a:avLst/>
          </a:prstGeom>
        </p:spPr>
      </p:pic>
      <p:sp>
        <p:nvSpPr>
          <p:cNvPr id="31" name="Oval 30">
            <a:extLst>
              <a:ext uri="{FF2B5EF4-FFF2-40B4-BE49-F238E27FC236}">
                <a16:creationId xmlns:a16="http://schemas.microsoft.com/office/drawing/2014/main" id="{A7714806-A7FA-444B-AAE4-747DBDE1009F}"/>
              </a:ext>
            </a:extLst>
          </p:cNvPr>
          <p:cNvSpPr/>
          <p:nvPr/>
        </p:nvSpPr>
        <p:spPr>
          <a:xfrm>
            <a:off x="985182" y="0"/>
            <a:ext cx="800100" cy="784830"/>
          </a:xfrm>
          <a:prstGeom prst="ellipse">
            <a:avLst/>
          </a:prstGeom>
          <a:solidFill>
            <a:srgbClr val="FDCDC4"/>
          </a:solidFill>
          <a:ln w="38100"/>
        </p:spPr>
        <p:style>
          <a:lnRef idx="2">
            <a:schemeClr val="dk1"/>
          </a:lnRef>
          <a:fillRef idx="1">
            <a:schemeClr val="lt1"/>
          </a:fillRef>
          <a:effectRef idx="0">
            <a:schemeClr val="dk1"/>
          </a:effectRef>
          <a:fontRef idx="minor">
            <a:schemeClr val="dk1"/>
          </a:fontRef>
        </p:style>
        <p:txBody>
          <a:bodyPr lIns="137160" tIns="68580" rIns="137160" bIns="68580" rtlCol="0" anchor="ctr"/>
          <a:lstStyle/>
          <a:p>
            <a:pPr algn="ctr" defTabSz="619125" hangingPunct="0"/>
            <a:r>
              <a:rPr lang="en-US" sz="3000" b="1" kern="0" dirty="0">
                <a:solidFill>
                  <a:srgbClr val="000000"/>
                </a:solidFill>
                <a:latin typeface="Bodoni* 06" pitchFamily="50" charset="0"/>
                <a:cs typeface="Helvetica"/>
                <a:sym typeface="Helvetica Light"/>
              </a:rPr>
              <a:t>1</a:t>
            </a:r>
            <a:endParaRPr lang="en-GB" sz="3000" b="1" kern="0" dirty="0">
              <a:solidFill>
                <a:srgbClr val="000000"/>
              </a:solidFill>
              <a:latin typeface="Bodoni* 06" pitchFamily="50" charset="0"/>
              <a:cs typeface="Helvetica"/>
              <a:sym typeface="Helvetica Light"/>
            </a:endParaRPr>
          </a:p>
        </p:txBody>
      </p:sp>
      <p:grpSp>
        <p:nvGrpSpPr>
          <p:cNvPr id="42" name="Group 41">
            <a:extLst>
              <a:ext uri="{FF2B5EF4-FFF2-40B4-BE49-F238E27FC236}">
                <a16:creationId xmlns:a16="http://schemas.microsoft.com/office/drawing/2014/main" id="{DC0126F9-C5F8-4742-B2BF-4D8CE324CB3A}"/>
              </a:ext>
            </a:extLst>
          </p:cNvPr>
          <p:cNvGrpSpPr/>
          <p:nvPr/>
        </p:nvGrpSpPr>
        <p:grpSpPr>
          <a:xfrm>
            <a:off x="299780" y="3893392"/>
            <a:ext cx="3947046" cy="6151544"/>
            <a:chOff x="381000" y="838200"/>
            <a:chExt cx="2631364" cy="4101029"/>
          </a:xfrm>
        </p:grpSpPr>
        <p:grpSp>
          <p:nvGrpSpPr>
            <p:cNvPr id="43" name="Group 42">
              <a:extLst>
                <a:ext uri="{FF2B5EF4-FFF2-40B4-BE49-F238E27FC236}">
                  <a16:creationId xmlns:a16="http://schemas.microsoft.com/office/drawing/2014/main" id="{13BCCF2D-F840-4362-8715-0FAC685D4459}"/>
                </a:ext>
              </a:extLst>
            </p:cNvPr>
            <p:cNvGrpSpPr/>
            <p:nvPr/>
          </p:nvGrpSpPr>
          <p:grpSpPr>
            <a:xfrm>
              <a:off x="381000" y="838200"/>
              <a:ext cx="2631364" cy="4101029"/>
              <a:chOff x="2362200" y="1378485"/>
              <a:chExt cx="2631364" cy="4101029"/>
            </a:xfrm>
          </p:grpSpPr>
          <p:pic>
            <p:nvPicPr>
              <p:cNvPr id="45" name="Picture 44">
                <a:extLst>
                  <a:ext uri="{FF2B5EF4-FFF2-40B4-BE49-F238E27FC236}">
                    <a16:creationId xmlns:a16="http://schemas.microsoft.com/office/drawing/2014/main" id="{157B1904-4F40-47C5-AA00-197D80A9CB13}"/>
                  </a:ext>
                </a:extLst>
              </p:cNvPr>
              <p:cNvPicPr>
                <a:picLocks noChangeAspect="1"/>
              </p:cNvPicPr>
              <p:nvPr/>
            </p:nvPicPr>
            <p:blipFill rotWithShape="1">
              <a:blip r:embed="rId3">
                <a:extLst>
                  <a:ext uri="{28A0092B-C50C-407E-A947-70E740481C1C}">
                    <a14:useLocalDpi xmlns:a14="http://schemas.microsoft.com/office/drawing/2010/main" val="0"/>
                  </a:ext>
                </a:extLst>
              </a:blip>
              <a:srcRect b="12333"/>
              <a:stretch/>
            </p:blipFill>
            <p:spPr>
              <a:xfrm>
                <a:off x="2362200" y="1378485"/>
                <a:ext cx="2631364" cy="4101029"/>
              </a:xfrm>
              <a:prstGeom prst="rect">
                <a:avLst/>
              </a:prstGeom>
            </p:spPr>
          </p:pic>
          <p:sp>
            <p:nvSpPr>
              <p:cNvPr id="46" name="Rectangle 45">
                <a:extLst>
                  <a:ext uri="{FF2B5EF4-FFF2-40B4-BE49-F238E27FC236}">
                    <a16:creationId xmlns:a16="http://schemas.microsoft.com/office/drawing/2014/main" id="{92D8581E-68E7-4DD8-9E48-B5992F4F3526}"/>
                  </a:ext>
                </a:extLst>
              </p:cNvPr>
              <p:cNvSpPr/>
              <p:nvPr/>
            </p:nvSpPr>
            <p:spPr>
              <a:xfrm>
                <a:off x="2362200" y="1555165"/>
                <a:ext cx="2631364" cy="348813"/>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6200" tIns="76200" rIns="76200" bIns="76200" numCol="1" spcCol="38100" rtlCol="0" anchor="ctr">
                <a:spAutoFit/>
              </a:bodyPr>
              <a:lstStyle/>
              <a:p>
                <a:pPr algn="ctr" defTabSz="1238250" hangingPunct="0"/>
                <a:r>
                  <a:rPr lang="en-IN" kern="0" dirty="0">
                    <a:solidFill>
                      <a:srgbClr val="FFFFFF"/>
                    </a:solidFill>
                    <a:latin typeface="Calibri" panose="020F0502020204030204" pitchFamily="34" charset="0"/>
                    <a:cs typeface="Calibri" panose="020F0502020204030204" pitchFamily="34" charset="0"/>
                    <a:sym typeface="Helvetica Light"/>
                  </a:rPr>
                  <a:t>Debit  Card                  </a:t>
                </a:r>
                <a:r>
                  <a:rPr lang="en-IN" sz="2400" kern="0" dirty="0">
                    <a:solidFill>
                      <a:srgbClr val="FFFFFF"/>
                    </a:solidFill>
                    <a:latin typeface="Calibri" panose="020F0502020204030204" pitchFamily="34" charset="0"/>
                    <a:cs typeface="Calibri" panose="020F0502020204030204" pitchFamily="34" charset="0"/>
                    <a:sym typeface="Helvetica Light"/>
                  </a:rPr>
                  <a:t>&lt;</a:t>
                </a:r>
                <a:r>
                  <a:rPr lang="en-IN" kern="0" dirty="0">
                    <a:solidFill>
                      <a:srgbClr val="FFFFFF"/>
                    </a:solidFill>
                    <a:latin typeface="Calibri" panose="020F0502020204030204" pitchFamily="34" charset="0"/>
                    <a:cs typeface="Calibri" panose="020F0502020204030204" pitchFamily="34" charset="0"/>
                    <a:sym typeface="Helvetica Light"/>
                  </a:rPr>
                  <a:t>  </a:t>
                </a:r>
                <a:r>
                  <a:rPr lang="en-IN" sz="1650" kern="0" dirty="0">
                    <a:solidFill>
                      <a:srgbClr val="FFFFFF"/>
                    </a:solidFill>
                    <a:latin typeface="Calibri" panose="020F0502020204030204" pitchFamily="34" charset="0"/>
                    <a:cs typeface="Calibri" panose="020F0502020204030204" pitchFamily="34" charset="0"/>
                    <a:sym typeface="Helvetica Light"/>
                  </a:rPr>
                  <a:t>Back</a:t>
                </a:r>
              </a:p>
            </p:txBody>
          </p:sp>
        </p:grpSp>
        <p:pic>
          <p:nvPicPr>
            <p:cNvPr id="44" name="Picture 43">
              <a:extLst>
                <a:ext uri="{FF2B5EF4-FFF2-40B4-BE49-F238E27FC236}">
                  <a16:creationId xmlns:a16="http://schemas.microsoft.com/office/drawing/2014/main" id="{5B5CA46C-35A4-4F77-911E-91198696BB14}"/>
                </a:ext>
              </a:extLst>
            </p:cNvPr>
            <p:cNvPicPr>
              <a:picLocks noChangeAspect="1"/>
            </p:cNvPicPr>
            <p:nvPr/>
          </p:nvPicPr>
          <p:blipFill>
            <a:blip r:embed="rId4"/>
            <a:stretch>
              <a:fillRect/>
            </a:stretch>
          </p:blipFill>
          <p:spPr>
            <a:xfrm>
              <a:off x="456028" y="1078965"/>
              <a:ext cx="171450" cy="190500"/>
            </a:xfrm>
            <a:prstGeom prst="rect">
              <a:avLst/>
            </a:prstGeom>
          </p:spPr>
        </p:pic>
      </p:grpSp>
      <p:sp>
        <p:nvSpPr>
          <p:cNvPr id="52" name="Oval 51">
            <a:extLst>
              <a:ext uri="{FF2B5EF4-FFF2-40B4-BE49-F238E27FC236}">
                <a16:creationId xmlns:a16="http://schemas.microsoft.com/office/drawing/2014/main" id="{A233F45C-F4AB-483C-A398-B9C9BA4A4849}"/>
              </a:ext>
            </a:extLst>
          </p:cNvPr>
          <p:cNvSpPr/>
          <p:nvPr/>
        </p:nvSpPr>
        <p:spPr>
          <a:xfrm>
            <a:off x="0" y="3406428"/>
            <a:ext cx="800100" cy="784830"/>
          </a:xfrm>
          <a:prstGeom prst="ellipse">
            <a:avLst/>
          </a:prstGeom>
          <a:solidFill>
            <a:srgbClr val="FDCDC4"/>
          </a:solidFill>
          <a:ln w="38100"/>
        </p:spPr>
        <p:style>
          <a:lnRef idx="2">
            <a:schemeClr val="dk1"/>
          </a:lnRef>
          <a:fillRef idx="1">
            <a:schemeClr val="lt1"/>
          </a:fillRef>
          <a:effectRef idx="0">
            <a:schemeClr val="dk1"/>
          </a:effectRef>
          <a:fontRef idx="minor">
            <a:schemeClr val="dk1"/>
          </a:fontRef>
        </p:style>
        <p:txBody>
          <a:bodyPr lIns="137160" tIns="68580" rIns="137160" bIns="68580" rtlCol="0" anchor="ctr"/>
          <a:lstStyle/>
          <a:p>
            <a:pPr algn="ctr" defTabSz="619125" hangingPunct="0"/>
            <a:r>
              <a:rPr lang="en-US" sz="3000" b="1" kern="0" dirty="0">
                <a:solidFill>
                  <a:srgbClr val="000000"/>
                </a:solidFill>
                <a:latin typeface="Bodoni* 06" pitchFamily="50" charset="0"/>
                <a:cs typeface="Helvetica"/>
                <a:sym typeface="Helvetica Light"/>
              </a:rPr>
              <a:t>2</a:t>
            </a:r>
            <a:endParaRPr lang="en-GB" sz="3000" b="1" kern="0" dirty="0">
              <a:solidFill>
                <a:srgbClr val="000000"/>
              </a:solidFill>
              <a:latin typeface="Bodoni* 06" pitchFamily="50" charset="0"/>
              <a:cs typeface="Helvetica"/>
              <a:sym typeface="Helvetica Light"/>
            </a:endParaRPr>
          </a:p>
        </p:txBody>
      </p:sp>
      <p:sp>
        <p:nvSpPr>
          <p:cNvPr id="16" name="Rectangle 15">
            <a:extLst>
              <a:ext uri="{FF2B5EF4-FFF2-40B4-BE49-F238E27FC236}">
                <a16:creationId xmlns:a16="http://schemas.microsoft.com/office/drawing/2014/main" id="{3B095643-1144-4750-BB43-4AF6AD912389}"/>
              </a:ext>
            </a:extLst>
          </p:cNvPr>
          <p:cNvSpPr/>
          <p:nvPr/>
        </p:nvSpPr>
        <p:spPr>
          <a:xfrm>
            <a:off x="5486400" y="2514603"/>
            <a:ext cx="457200" cy="246221"/>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6200" tIns="76200" rIns="76200" bIns="76200" numCol="1" spcCol="38100" rtlCol="0" anchor="ctr">
            <a:spAutoFit/>
          </a:bodyPr>
          <a:lstStyle/>
          <a:p>
            <a:pPr algn="ctr" defTabSz="1238250" hangingPunct="0"/>
            <a:r>
              <a:rPr lang="en-IN" sz="600" kern="0" dirty="0">
                <a:solidFill>
                  <a:srgbClr val="FFFFFF"/>
                </a:solidFill>
                <a:latin typeface="Arial Nova" panose="020B0504020202020204" pitchFamily="34" charset="0"/>
                <a:sym typeface="Helvetica Light"/>
              </a:rPr>
              <a:t>Go</a:t>
            </a:r>
            <a:endParaRPr lang="en-IN" sz="750" kern="0" dirty="0">
              <a:solidFill>
                <a:srgbClr val="FFFFFF"/>
              </a:solidFill>
              <a:latin typeface="Arial Nova" panose="020B0504020202020204" pitchFamily="34" charset="0"/>
              <a:sym typeface="Helvetica Light"/>
            </a:endParaRPr>
          </a:p>
        </p:txBody>
      </p:sp>
      <p:sp>
        <p:nvSpPr>
          <p:cNvPr id="17" name="Title 1">
            <a:extLst>
              <a:ext uri="{FF2B5EF4-FFF2-40B4-BE49-F238E27FC236}">
                <a16:creationId xmlns:a16="http://schemas.microsoft.com/office/drawing/2014/main" id="{F5045130-9943-493F-BDD3-D3896646511C}"/>
              </a:ext>
            </a:extLst>
          </p:cNvPr>
          <p:cNvSpPr txBox="1">
            <a:spLocks/>
          </p:cNvSpPr>
          <p:nvPr/>
        </p:nvSpPr>
        <p:spPr>
          <a:xfrm>
            <a:off x="7790423" y="5726481"/>
            <a:ext cx="9795243" cy="1577260"/>
          </a:xfrm>
          <a:prstGeom prst="rect">
            <a:avLst/>
          </a:prstGeom>
          <a:ln w="12700">
            <a:miter lim="400000"/>
          </a:ln>
          <a:extLst>
            <a:ext uri="{C572A759-6A51-4108-AA02-DFA0A04FC94B}">
              <ma14:wrappingTextBoxFlag xmlns="" xmlns:ma14="http://schemas.microsoft.com/office/mac/drawingml/2011/main" val="1"/>
            </a:ext>
          </a:extLst>
        </p:spPr>
        <p:txBody>
          <a:bodyPr lIns="38100" tIns="38100" rIns="38100" bIns="38100" anchor="b">
            <a:noAutofit/>
          </a:bodyPr>
          <a:lstStyle>
            <a:lvl1pPr marL="0" marR="0" indent="0" algn="l" defTabSz="825500" rtl="0" latinLnBrk="0">
              <a:lnSpc>
                <a:spcPct val="100000"/>
              </a:lnSpc>
              <a:spcBef>
                <a:spcPts val="0"/>
              </a:spcBef>
              <a:spcAft>
                <a:spcPts val="0"/>
              </a:spcAft>
              <a:buClrTx/>
              <a:buSzTx/>
              <a:buFontTx/>
              <a:buNone/>
              <a:tabLst/>
              <a:defRPr sz="6200" b="0" i="0" u="none" strike="noStrike" cap="all" spc="540" baseline="0">
                <a:ln>
                  <a:noFill/>
                </a:ln>
                <a:solidFill>
                  <a:srgbClr val="000000"/>
                </a:solidFill>
                <a:uFillTx/>
                <a:latin typeface="+mn-lt"/>
                <a:ea typeface="+mn-ea"/>
                <a:cs typeface="+mn-cs"/>
                <a:sym typeface="Helvetica"/>
              </a:defRPr>
            </a:lvl1pPr>
            <a:lvl2pPr marL="0" marR="0" indent="228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2pPr>
            <a:lvl3pPr marL="0" marR="0" indent="457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3pPr>
            <a:lvl4pPr marL="0" marR="0" indent="685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4pPr>
            <a:lvl5pPr marL="0" marR="0" indent="9144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5pPr>
            <a:lvl6pPr marL="0" marR="0" indent="11430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6pPr>
            <a:lvl7pPr marL="0" marR="0" indent="1371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7pPr>
            <a:lvl8pPr marL="0" marR="0" indent="1600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8pPr>
            <a:lvl9pPr marL="0" marR="0" indent="1828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9pPr>
          </a:lstStyle>
          <a:p>
            <a:pPr defTabSz="619125"/>
            <a:r>
              <a:rPr lang="en-US" sz="2800" b="1" cap="none" spc="0" dirty="0">
                <a:latin typeface="Hepta Slab" pitchFamily="2" charset="0"/>
                <a:cs typeface="Hepta Slab" pitchFamily="2" charset="0"/>
              </a:rPr>
              <a:t>Inconsistent terminology</a:t>
            </a:r>
          </a:p>
          <a:p>
            <a:pPr defTabSz="619125"/>
            <a:endParaRPr lang="en-US" sz="2400" kern="0" spc="0" dirty="0">
              <a:latin typeface="Montserrat" pitchFamily="2" charset="0"/>
              <a:cs typeface="Hepta Slab SemiBold" pitchFamily="2" charset="0"/>
            </a:endParaRPr>
          </a:p>
          <a:p>
            <a:pPr defTabSz="619125"/>
            <a:r>
              <a:rPr lang="en-GB" sz="2400" kern="0" cap="none" spc="0" dirty="0">
                <a:solidFill>
                  <a:srgbClr val="53585F"/>
                </a:solidFill>
                <a:latin typeface="Montserrat" pitchFamily="2" charset="0"/>
                <a:cs typeface="Hepta Slab" pitchFamily="2" charset="0"/>
              </a:rPr>
              <a:t>Block &amp; replace only allows the customer to block the card.</a:t>
            </a:r>
          </a:p>
          <a:p>
            <a:pPr defTabSz="619125"/>
            <a:r>
              <a:rPr lang="en-GB" sz="2400" kern="0" cap="none" spc="0" dirty="0">
                <a:solidFill>
                  <a:srgbClr val="53585F"/>
                </a:solidFill>
                <a:latin typeface="Montserrat" pitchFamily="2" charset="0"/>
                <a:cs typeface="Hepta Slab" pitchFamily="2" charset="0"/>
              </a:rPr>
              <a:t>No option available to apply for new card or to replace card.</a:t>
            </a:r>
          </a:p>
        </p:txBody>
      </p:sp>
      <p:sp>
        <p:nvSpPr>
          <p:cNvPr id="3" name="TextBox 2">
            <a:extLst>
              <a:ext uri="{FF2B5EF4-FFF2-40B4-BE49-F238E27FC236}">
                <a16:creationId xmlns:a16="http://schemas.microsoft.com/office/drawing/2014/main" id="{A78B300E-980F-4F3C-A028-2178DE47F19B}"/>
              </a:ext>
            </a:extLst>
          </p:cNvPr>
          <p:cNvSpPr txBox="1"/>
          <p:nvPr/>
        </p:nvSpPr>
        <p:spPr>
          <a:xfrm>
            <a:off x="7790423" y="3798843"/>
            <a:ext cx="3956211"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defTabSz="619125" hangingPunct="0"/>
            <a:r>
              <a:rPr lang="en-IN" sz="2400" b="1" kern="0" dirty="0">
                <a:solidFill>
                  <a:srgbClr val="FF3131"/>
                </a:solidFill>
                <a:latin typeface="Montserrat" pitchFamily="2" charset="0"/>
                <a:cs typeface="Mongolian Baiti" panose="03000500000000000000" pitchFamily="66" charset="0"/>
                <a:sym typeface="Helvetica Light"/>
              </a:rPr>
              <a:t>Familiarity Bias violated</a:t>
            </a:r>
          </a:p>
        </p:txBody>
      </p:sp>
      <p:sp>
        <p:nvSpPr>
          <p:cNvPr id="18" name="TextBox 17">
            <a:extLst>
              <a:ext uri="{FF2B5EF4-FFF2-40B4-BE49-F238E27FC236}">
                <a16:creationId xmlns:a16="http://schemas.microsoft.com/office/drawing/2014/main" id="{5E87332E-1E31-41EE-8926-F4A40EE7993D}"/>
              </a:ext>
            </a:extLst>
          </p:cNvPr>
          <p:cNvSpPr txBox="1"/>
          <p:nvPr/>
        </p:nvSpPr>
        <p:spPr>
          <a:xfrm>
            <a:off x="7729523" y="7483500"/>
            <a:ext cx="2632131"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algn="ctr" defTabSz="619125" hangingPunct="0"/>
            <a:r>
              <a:rPr lang="en-IN" sz="2400" b="1" kern="0" dirty="0">
                <a:solidFill>
                  <a:srgbClr val="FF3131"/>
                </a:solidFill>
                <a:latin typeface="Montserrat" pitchFamily="2" charset="0"/>
                <a:cs typeface="Mongolian Baiti" panose="03000500000000000000" pitchFamily="66" charset="0"/>
                <a:sym typeface="Helvetica Light"/>
              </a:rPr>
              <a:t>Cognitive Effort</a:t>
            </a:r>
          </a:p>
        </p:txBody>
      </p:sp>
      <p:grpSp>
        <p:nvGrpSpPr>
          <p:cNvPr id="5" name="Group 4">
            <a:extLst>
              <a:ext uri="{FF2B5EF4-FFF2-40B4-BE49-F238E27FC236}">
                <a16:creationId xmlns:a16="http://schemas.microsoft.com/office/drawing/2014/main" id="{1CB3913A-8ACA-7328-EBD4-05A61C1D412C}"/>
              </a:ext>
            </a:extLst>
          </p:cNvPr>
          <p:cNvGrpSpPr/>
          <p:nvPr/>
        </p:nvGrpSpPr>
        <p:grpSpPr>
          <a:xfrm>
            <a:off x="5623687" y="9571084"/>
            <a:ext cx="10900313" cy="478674"/>
            <a:chOff x="5647250" y="6623140"/>
            <a:chExt cx="10900313" cy="478674"/>
          </a:xfrm>
        </p:grpSpPr>
        <p:sp>
          <p:nvSpPr>
            <p:cNvPr id="6" name="Title 1">
              <a:extLst>
                <a:ext uri="{FF2B5EF4-FFF2-40B4-BE49-F238E27FC236}">
                  <a16:creationId xmlns:a16="http://schemas.microsoft.com/office/drawing/2014/main" id="{53DE2DB9-DCDD-FF1B-3D02-532595A5E765}"/>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9" name="Picture 8">
              <a:extLst>
                <a:ext uri="{FF2B5EF4-FFF2-40B4-BE49-F238E27FC236}">
                  <a16:creationId xmlns:a16="http://schemas.microsoft.com/office/drawing/2014/main" id="{BC093677-C941-595F-043F-0696E0F690CD}"/>
                </a:ext>
              </a:extLst>
            </p:cNvPr>
            <p:cNvPicPr>
              <a:picLocks noChangeAspect="1"/>
            </p:cNvPicPr>
            <p:nvPr/>
          </p:nvPicPr>
          <p:blipFill rotWithShape="1">
            <a:blip r:embed="rId5">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0" name="Picture 9">
              <a:extLst>
                <a:ext uri="{FF2B5EF4-FFF2-40B4-BE49-F238E27FC236}">
                  <a16:creationId xmlns:a16="http://schemas.microsoft.com/office/drawing/2014/main" id="{D5354035-85BF-5E42-3552-3D8ACE27BA87}"/>
                </a:ext>
              </a:extLst>
            </p:cNvPr>
            <p:cNvPicPr>
              <a:picLocks noChangeAspect="1"/>
            </p:cNvPicPr>
            <p:nvPr/>
          </p:nvPicPr>
          <p:blipFill rotWithShape="1">
            <a:blip r:embed="rId6">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363868815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2B8D309-A9C2-4546-8BC5-857806018073}"/>
              </a:ext>
            </a:extLst>
          </p:cNvPr>
          <p:cNvGrpSpPr/>
          <p:nvPr/>
        </p:nvGrpSpPr>
        <p:grpSpPr>
          <a:xfrm>
            <a:off x="644522" y="487726"/>
            <a:ext cx="5284254" cy="8303828"/>
            <a:chOff x="10972800" y="1322115"/>
            <a:chExt cx="7045672" cy="11071770"/>
          </a:xfrm>
        </p:grpSpPr>
        <p:pic>
          <p:nvPicPr>
            <p:cNvPr id="18" name="Picture 17" descr="A screenshot of a cell phone&#10;&#10;Description automatically generated">
              <a:extLst>
                <a:ext uri="{FF2B5EF4-FFF2-40B4-BE49-F238E27FC236}">
                  <a16:creationId xmlns:a16="http://schemas.microsoft.com/office/drawing/2014/main" id="{68269DF3-FB7D-4ACD-A167-944B9ADB67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0" y="1322115"/>
              <a:ext cx="7045672" cy="11071770"/>
            </a:xfrm>
            <a:prstGeom prst="rect">
              <a:avLst/>
            </a:prstGeom>
            <a:ln>
              <a:solidFill>
                <a:schemeClr val="bg1"/>
              </a:solidFill>
            </a:ln>
          </p:spPr>
        </p:pic>
        <p:pic>
          <p:nvPicPr>
            <p:cNvPr id="19" name="Picture 18">
              <a:extLst>
                <a:ext uri="{FF2B5EF4-FFF2-40B4-BE49-F238E27FC236}">
                  <a16:creationId xmlns:a16="http://schemas.microsoft.com/office/drawing/2014/main" id="{5D6156D1-9903-4AB9-ADE9-2B6C945A9C25}"/>
                </a:ext>
              </a:extLst>
            </p:cNvPr>
            <p:cNvPicPr>
              <a:picLocks noChangeAspect="1"/>
            </p:cNvPicPr>
            <p:nvPr/>
          </p:nvPicPr>
          <p:blipFill>
            <a:blip r:embed="rId4"/>
            <a:stretch>
              <a:fillRect/>
            </a:stretch>
          </p:blipFill>
          <p:spPr>
            <a:xfrm flipV="1">
              <a:off x="16306873" y="3356237"/>
              <a:ext cx="1260138" cy="653406"/>
            </a:xfrm>
            <a:prstGeom prst="rect">
              <a:avLst/>
            </a:prstGeom>
          </p:spPr>
        </p:pic>
        <p:sp>
          <p:nvSpPr>
            <p:cNvPr id="2" name="Rectangle: Rounded Corners 1">
              <a:extLst>
                <a:ext uri="{FF2B5EF4-FFF2-40B4-BE49-F238E27FC236}">
                  <a16:creationId xmlns:a16="http://schemas.microsoft.com/office/drawing/2014/main" id="{A476EA61-E0FC-4DC3-A304-391648A07334}"/>
                </a:ext>
              </a:extLst>
            </p:cNvPr>
            <p:cNvSpPr/>
            <p:nvPr/>
          </p:nvSpPr>
          <p:spPr>
            <a:xfrm>
              <a:off x="11434229" y="4764376"/>
              <a:ext cx="3024000" cy="442675"/>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lvl="5" indent="857250" defTabSz="1238250" hangingPunct="0"/>
              <a:r>
                <a:rPr lang="en-IN" sz="1950" b="1" dirty="0">
                  <a:solidFill>
                    <a:srgbClr val="000000"/>
                  </a:solidFill>
                  <a:latin typeface="Bodoni* 06" pitchFamily="50" charset="0"/>
                  <a:sym typeface="Helvetica Light"/>
                </a:rPr>
                <a:t>BLOCK</a:t>
              </a:r>
              <a:endParaRPr lang="en-IN" sz="1950" dirty="0">
                <a:solidFill>
                  <a:srgbClr val="FFFFFF"/>
                </a:solidFill>
                <a:latin typeface="Helvetica Light"/>
                <a:sym typeface="Helvetica Light"/>
              </a:endParaRPr>
            </a:p>
          </p:txBody>
        </p:sp>
        <p:sp>
          <p:nvSpPr>
            <p:cNvPr id="22" name="Rectangle: Rounded Corners 21">
              <a:extLst>
                <a:ext uri="{FF2B5EF4-FFF2-40B4-BE49-F238E27FC236}">
                  <a16:creationId xmlns:a16="http://schemas.microsoft.com/office/drawing/2014/main" id="{26F0CEF0-18F6-409F-9EEF-3CB24019AC63}"/>
                </a:ext>
              </a:extLst>
            </p:cNvPr>
            <p:cNvSpPr/>
            <p:nvPr/>
          </p:nvSpPr>
          <p:spPr>
            <a:xfrm>
              <a:off x="14547359" y="4764376"/>
              <a:ext cx="3024000" cy="442675"/>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1">
              <a:spAutoFit/>
            </a:bodyPr>
            <a:lstStyle/>
            <a:p>
              <a:pPr marL="0" lvl="4" indent="685800" defTabSz="1238250" hangingPunct="0"/>
              <a:r>
                <a:rPr lang="en-IN" sz="1950" b="1" dirty="0">
                  <a:solidFill>
                    <a:srgbClr val="000000"/>
                  </a:solidFill>
                  <a:latin typeface="Bodoni* 06" pitchFamily="50" charset="0"/>
                  <a:sym typeface="Helvetica Light"/>
                </a:rPr>
                <a:t>REPLACE</a:t>
              </a:r>
            </a:p>
          </p:txBody>
        </p:sp>
        <p:sp>
          <p:nvSpPr>
            <p:cNvPr id="32" name="Rectangle: Rounded Corners 31">
              <a:extLst>
                <a:ext uri="{FF2B5EF4-FFF2-40B4-BE49-F238E27FC236}">
                  <a16:creationId xmlns:a16="http://schemas.microsoft.com/office/drawing/2014/main" id="{E74BDB55-0317-4CBD-813D-93A8802AFAFF}"/>
                </a:ext>
              </a:extLst>
            </p:cNvPr>
            <p:cNvSpPr/>
            <p:nvPr/>
          </p:nvSpPr>
          <p:spPr>
            <a:xfrm>
              <a:off x="11450655" y="6199221"/>
              <a:ext cx="3024000" cy="88534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lvl="5" indent="857250" defTabSz="1238250" hangingPunct="0"/>
              <a:r>
                <a:rPr lang="en-IN" sz="1950" b="1" dirty="0">
                  <a:solidFill>
                    <a:srgbClr val="000000"/>
                  </a:solidFill>
                  <a:latin typeface="Bodoni* 06" pitchFamily="50" charset="0"/>
                  <a:sym typeface="Helvetica Light"/>
                </a:rPr>
                <a:t>NEW </a:t>
              </a:r>
            </a:p>
            <a:p>
              <a:pPr marL="0" lvl="5" indent="857250" defTabSz="1238250" hangingPunct="0"/>
              <a:r>
                <a:rPr lang="en-IN" sz="1950" b="1" dirty="0">
                  <a:solidFill>
                    <a:srgbClr val="000000"/>
                  </a:solidFill>
                  <a:latin typeface="Bodoni* 06" pitchFamily="50" charset="0"/>
                  <a:sym typeface="Helvetica Light"/>
                </a:rPr>
                <a:t>CARD</a:t>
              </a:r>
              <a:endParaRPr lang="en-IN" sz="1950" dirty="0">
                <a:solidFill>
                  <a:srgbClr val="FFFFFF"/>
                </a:solidFill>
                <a:latin typeface="Helvetica Light"/>
                <a:sym typeface="Helvetica Light"/>
              </a:endParaRPr>
            </a:p>
          </p:txBody>
        </p:sp>
        <p:sp>
          <p:nvSpPr>
            <p:cNvPr id="33" name="Rectangle: Rounded Corners 32">
              <a:extLst>
                <a:ext uri="{FF2B5EF4-FFF2-40B4-BE49-F238E27FC236}">
                  <a16:creationId xmlns:a16="http://schemas.microsoft.com/office/drawing/2014/main" id="{93294302-2C86-4D73-A0BE-AC868E8D49F2}"/>
                </a:ext>
              </a:extLst>
            </p:cNvPr>
            <p:cNvSpPr/>
            <p:nvPr/>
          </p:nvSpPr>
          <p:spPr>
            <a:xfrm>
              <a:off x="14550315" y="6214200"/>
              <a:ext cx="3024000" cy="88534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1">
              <a:spAutoFit/>
            </a:bodyPr>
            <a:lstStyle/>
            <a:p>
              <a:pPr marL="0" lvl="4" indent="685800" defTabSz="1238250" hangingPunct="0"/>
              <a:r>
                <a:rPr lang="en-IN" sz="1950" b="1" dirty="0">
                  <a:solidFill>
                    <a:srgbClr val="000000"/>
                  </a:solidFill>
                  <a:latin typeface="Bodoni* 06" pitchFamily="50" charset="0"/>
                  <a:sym typeface="Helvetica Light"/>
                </a:rPr>
                <a:t>UPGRADE</a:t>
              </a:r>
            </a:p>
            <a:p>
              <a:pPr marL="0" lvl="4" indent="685800" defTabSz="1238250" hangingPunct="0"/>
              <a:r>
                <a:rPr lang="en-IN" sz="1950" b="1" dirty="0">
                  <a:solidFill>
                    <a:srgbClr val="000000"/>
                  </a:solidFill>
                  <a:latin typeface="Bodoni* 06" pitchFamily="50" charset="0"/>
                  <a:sym typeface="Helvetica Light"/>
                </a:rPr>
                <a:t> CARD</a:t>
              </a:r>
            </a:p>
          </p:txBody>
        </p:sp>
        <p:sp>
          <p:nvSpPr>
            <p:cNvPr id="34" name="Rectangle: Rounded Corners 33">
              <a:extLst>
                <a:ext uri="{FF2B5EF4-FFF2-40B4-BE49-F238E27FC236}">
                  <a16:creationId xmlns:a16="http://schemas.microsoft.com/office/drawing/2014/main" id="{D00AB71D-EA20-4ED5-A14F-2850BF35F8CA}"/>
                </a:ext>
              </a:extLst>
            </p:cNvPr>
            <p:cNvSpPr/>
            <p:nvPr/>
          </p:nvSpPr>
          <p:spPr>
            <a:xfrm>
              <a:off x="11471581" y="7932768"/>
              <a:ext cx="6062400" cy="442675"/>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1238250" hangingPunct="0"/>
              <a:r>
                <a:rPr lang="en-IN" sz="1950" b="1" dirty="0">
                  <a:solidFill>
                    <a:srgbClr val="000000"/>
                  </a:solidFill>
                  <a:latin typeface="Bodoni* 06" pitchFamily="50" charset="0"/>
                  <a:sym typeface="Helvetica Light"/>
                </a:rPr>
                <a:t>SET/RESET PIN</a:t>
              </a:r>
              <a:endParaRPr lang="en-IN" sz="1950" dirty="0">
                <a:solidFill>
                  <a:srgbClr val="FFFFFF"/>
                </a:solidFill>
                <a:latin typeface="Helvetica Light"/>
                <a:sym typeface="Helvetica Light"/>
              </a:endParaRPr>
            </a:p>
          </p:txBody>
        </p:sp>
        <p:sp>
          <p:nvSpPr>
            <p:cNvPr id="35" name="Rectangle: Rounded Corners 34">
              <a:extLst>
                <a:ext uri="{FF2B5EF4-FFF2-40B4-BE49-F238E27FC236}">
                  <a16:creationId xmlns:a16="http://schemas.microsoft.com/office/drawing/2014/main" id="{7D7EFE2B-4E34-4C33-B33E-F7257651044F}"/>
                </a:ext>
              </a:extLst>
            </p:cNvPr>
            <p:cNvSpPr/>
            <p:nvPr/>
          </p:nvSpPr>
          <p:spPr>
            <a:xfrm>
              <a:off x="11471581" y="8868872"/>
              <a:ext cx="6062400" cy="442675"/>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1238250" hangingPunct="0"/>
              <a:r>
                <a:rPr lang="en-IN" sz="1950" b="1" dirty="0">
                  <a:solidFill>
                    <a:srgbClr val="000000"/>
                  </a:solidFill>
                  <a:latin typeface="Bodoni* 06" pitchFamily="50" charset="0"/>
                  <a:sym typeface="Helvetica Light"/>
                </a:rPr>
                <a:t>CHANGE USAGE PREFERENCE</a:t>
              </a:r>
              <a:endParaRPr lang="en-IN" sz="1950" dirty="0">
                <a:solidFill>
                  <a:srgbClr val="FFFFFF"/>
                </a:solidFill>
                <a:latin typeface="Helvetica Light"/>
                <a:sym typeface="Helvetica Light"/>
              </a:endParaRPr>
            </a:p>
          </p:txBody>
        </p:sp>
        <p:pic>
          <p:nvPicPr>
            <p:cNvPr id="6" name="Graphic 5" descr="Upstairs">
              <a:extLst>
                <a:ext uri="{FF2B5EF4-FFF2-40B4-BE49-F238E27FC236}">
                  <a16:creationId xmlns:a16="http://schemas.microsoft.com/office/drawing/2014/main" id="{0769C97B-B509-4A51-BFF5-8F79FC1B1C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672822" y="6129369"/>
              <a:ext cx="828000" cy="828000"/>
            </a:xfrm>
            <a:prstGeom prst="rect">
              <a:avLst/>
            </a:prstGeom>
          </p:spPr>
        </p:pic>
        <p:pic>
          <p:nvPicPr>
            <p:cNvPr id="8" name="Graphic 7" descr="Stop">
              <a:extLst>
                <a:ext uri="{FF2B5EF4-FFF2-40B4-BE49-F238E27FC236}">
                  <a16:creationId xmlns:a16="http://schemas.microsoft.com/office/drawing/2014/main" id="{DE730E14-6856-4CB5-8E1D-4182941616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594320" y="4571712"/>
              <a:ext cx="828000" cy="828000"/>
            </a:xfrm>
            <a:prstGeom prst="rect">
              <a:avLst/>
            </a:prstGeom>
          </p:spPr>
        </p:pic>
        <p:pic>
          <p:nvPicPr>
            <p:cNvPr id="11" name="Graphic 10" descr="Repeat">
              <a:extLst>
                <a:ext uri="{FF2B5EF4-FFF2-40B4-BE49-F238E27FC236}">
                  <a16:creationId xmlns:a16="http://schemas.microsoft.com/office/drawing/2014/main" id="{9C7A5489-F9BE-4195-88BA-94D577A48CE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4813333" y="4571712"/>
              <a:ext cx="828000" cy="828000"/>
            </a:xfrm>
            <a:prstGeom prst="rect">
              <a:avLst/>
            </a:prstGeom>
          </p:spPr>
        </p:pic>
        <p:pic>
          <p:nvPicPr>
            <p:cNvPr id="17" name="Graphic 16" descr="Badge New">
              <a:extLst>
                <a:ext uri="{FF2B5EF4-FFF2-40B4-BE49-F238E27FC236}">
                  <a16:creationId xmlns:a16="http://schemas.microsoft.com/office/drawing/2014/main" id="{46E35998-6F63-4348-902F-7D44017A560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594320" y="6227896"/>
              <a:ext cx="828000" cy="828000"/>
            </a:xfrm>
            <a:prstGeom prst="rect">
              <a:avLst/>
            </a:prstGeom>
          </p:spPr>
        </p:pic>
        <p:pic>
          <p:nvPicPr>
            <p:cNvPr id="36" name="Graphic 35" descr="Home">
              <a:extLst>
                <a:ext uri="{FF2B5EF4-FFF2-40B4-BE49-F238E27FC236}">
                  <a16:creationId xmlns:a16="http://schemas.microsoft.com/office/drawing/2014/main" id="{C2FFC0AB-5925-48F7-A214-04008177F8DA}"/>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5792480" y="3257680"/>
              <a:ext cx="720000" cy="720000"/>
            </a:xfrm>
            <a:prstGeom prst="rect">
              <a:avLst/>
            </a:prstGeom>
          </p:spPr>
        </p:pic>
        <p:pic>
          <p:nvPicPr>
            <p:cNvPr id="38" name="Graphic 37" descr="Rewind">
              <a:extLst>
                <a:ext uri="{FF2B5EF4-FFF2-40B4-BE49-F238E27FC236}">
                  <a16:creationId xmlns:a16="http://schemas.microsoft.com/office/drawing/2014/main" id="{1F758D33-5BAB-4B5C-9892-0D3E687B878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6619581" y="3273056"/>
              <a:ext cx="720000" cy="720000"/>
            </a:xfrm>
            <a:prstGeom prst="rect">
              <a:avLst/>
            </a:prstGeom>
          </p:spPr>
        </p:pic>
      </p:grpSp>
      <p:sp>
        <p:nvSpPr>
          <p:cNvPr id="41" name="TextBox 40">
            <a:extLst>
              <a:ext uri="{FF2B5EF4-FFF2-40B4-BE49-F238E27FC236}">
                <a16:creationId xmlns:a16="http://schemas.microsoft.com/office/drawing/2014/main" id="{A8991750-194F-4507-88A1-D28DCD57A274}"/>
              </a:ext>
            </a:extLst>
          </p:cNvPr>
          <p:cNvSpPr txBox="1"/>
          <p:nvPr/>
        </p:nvSpPr>
        <p:spPr>
          <a:xfrm>
            <a:off x="6064219" y="1387948"/>
            <a:ext cx="3848666" cy="6201698"/>
          </a:xfrm>
          <a:prstGeom prst="rect">
            <a:avLst/>
          </a:prstGeom>
          <a:noFill/>
          <a:ln>
            <a:noFill/>
          </a:ln>
          <a:effectLst>
            <a:softEdge rad="12700"/>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38100" tIns="38100" rIns="38100" bIns="38100" numCol="1" spcCol="38100" rtlCol="0" anchor="ctr">
            <a:spAutoFit/>
          </a:bodyPr>
          <a:lstStyle/>
          <a:p>
            <a:pPr marL="134541" defTabSz="619125" hangingPunct="0"/>
            <a:r>
              <a:rPr lang="en-IN" sz="2800" b="1" dirty="0">
                <a:solidFill>
                  <a:srgbClr val="000000"/>
                </a:solidFill>
                <a:latin typeface="Hepta Slab" pitchFamily="2" charset="0"/>
                <a:cs typeface="Hepta Slab" pitchFamily="2" charset="0"/>
                <a:sym typeface="Helvetica Light"/>
              </a:rPr>
              <a:t>Chunking of functionality</a:t>
            </a: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defTabSz="619125"/>
            <a:r>
              <a:rPr lang="en-IN" sz="2800" b="1" dirty="0">
                <a:solidFill>
                  <a:srgbClr val="000000"/>
                </a:solidFill>
                <a:latin typeface="Hepta Slab" pitchFamily="2" charset="0"/>
                <a:cs typeface="Hepta Slab" pitchFamily="2" charset="0"/>
                <a:sym typeface="Helvetica Light"/>
              </a:rPr>
              <a:t>Contextual Design </a:t>
            </a:r>
            <a:r>
              <a:rPr lang="en-IN" sz="2400" kern="0" dirty="0">
                <a:solidFill>
                  <a:srgbClr val="53585F"/>
                </a:solidFill>
                <a:latin typeface="Montserrat" pitchFamily="2" charset="0"/>
                <a:cs typeface="Hepta Slab" pitchFamily="2" charset="0"/>
                <a:sym typeface="Helvetica Light"/>
              </a:rPr>
              <a:t>Links changed to buttons to allow for ease of clicking, based on user observations</a:t>
            </a: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marL="134541" defTabSz="619125" hangingPunct="0"/>
            <a:endParaRPr lang="en-IN" sz="2700" kern="0" dirty="0">
              <a:solidFill>
                <a:srgbClr val="C82506">
                  <a:lumMod val="50000"/>
                </a:srgbClr>
              </a:solidFill>
              <a:latin typeface="Hepta Slab SemiBold" pitchFamily="2" charset="0"/>
              <a:cs typeface="Hepta Slab SemiBold" pitchFamily="2" charset="0"/>
              <a:sym typeface="Helvetica Light"/>
            </a:endParaRPr>
          </a:p>
          <a:p>
            <a:pPr marL="134541" defTabSz="619125" hangingPunct="0"/>
            <a:r>
              <a:rPr lang="en-IN" sz="2800" b="1" dirty="0">
                <a:solidFill>
                  <a:srgbClr val="000000"/>
                </a:solidFill>
                <a:latin typeface="Hepta Slab" pitchFamily="2" charset="0"/>
                <a:cs typeface="Hepta Slab" pitchFamily="2" charset="0"/>
                <a:sym typeface="Helvetica Light"/>
              </a:rPr>
              <a:t>Application of Familiarity Bias</a:t>
            </a:r>
          </a:p>
        </p:txBody>
      </p:sp>
      <p:grpSp>
        <p:nvGrpSpPr>
          <p:cNvPr id="81" name="Group 80">
            <a:extLst>
              <a:ext uri="{FF2B5EF4-FFF2-40B4-BE49-F238E27FC236}">
                <a16:creationId xmlns:a16="http://schemas.microsoft.com/office/drawing/2014/main" id="{EE8C2C82-0745-40A6-9928-17708601C0BF}"/>
              </a:ext>
            </a:extLst>
          </p:cNvPr>
          <p:cNvGrpSpPr/>
          <p:nvPr/>
        </p:nvGrpSpPr>
        <p:grpSpPr>
          <a:xfrm>
            <a:off x="10288601" y="643500"/>
            <a:ext cx="7999399" cy="7290810"/>
            <a:chOff x="13195528" y="1061356"/>
            <a:chExt cx="10665865" cy="9721080"/>
          </a:xfrm>
        </p:grpSpPr>
        <p:grpSp>
          <p:nvGrpSpPr>
            <p:cNvPr id="79" name="Group 78">
              <a:extLst>
                <a:ext uri="{FF2B5EF4-FFF2-40B4-BE49-F238E27FC236}">
                  <a16:creationId xmlns:a16="http://schemas.microsoft.com/office/drawing/2014/main" id="{E51BE4AD-965D-4BAD-AF48-3E0F7CDD4B3D}"/>
                </a:ext>
              </a:extLst>
            </p:cNvPr>
            <p:cNvGrpSpPr/>
            <p:nvPr/>
          </p:nvGrpSpPr>
          <p:grpSpPr>
            <a:xfrm>
              <a:off x="13195528" y="1061356"/>
              <a:ext cx="10665865" cy="9721080"/>
              <a:chOff x="13195528" y="1061356"/>
              <a:chExt cx="10665865" cy="9721080"/>
            </a:xfrm>
          </p:grpSpPr>
          <p:pic>
            <p:nvPicPr>
              <p:cNvPr id="67" name="Picture 66">
                <a:extLst>
                  <a:ext uri="{FF2B5EF4-FFF2-40B4-BE49-F238E27FC236}">
                    <a16:creationId xmlns:a16="http://schemas.microsoft.com/office/drawing/2014/main" id="{23825A52-48DE-4F3B-9AF2-2CFFF5EED03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3195528" y="1061356"/>
                <a:ext cx="10657184" cy="9721080"/>
              </a:xfrm>
              <a:prstGeom prst="rect">
                <a:avLst/>
              </a:prstGeom>
            </p:spPr>
          </p:pic>
          <p:sp>
            <p:nvSpPr>
              <p:cNvPr id="68" name="Rectangle 67">
                <a:extLst>
                  <a:ext uri="{FF2B5EF4-FFF2-40B4-BE49-F238E27FC236}">
                    <a16:creationId xmlns:a16="http://schemas.microsoft.com/office/drawing/2014/main" id="{63822AED-E282-4370-815A-0EB3A0B40083}"/>
                  </a:ext>
                </a:extLst>
              </p:cNvPr>
              <p:cNvSpPr/>
              <p:nvPr/>
            </p:nvSpPr>
            <p:spPr>
              <a:xfrm>
                <a:off x="13348225" y="1267892"/>
                <a:ext cx="10513168" cy="595035"/>
              </a:xfrm>
              <a:prstGeom prst="rect">
                <a:avLst/>
              </a:prstGeom>
              <a:solidFill>
                <a:schemeClr val="tx2">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pic>
            <p:nvPicPr>
              <p:cNvPr id="69" name="Picture 68">
                <a:extLst>
                  <a:ext uri="{FF2B5EF4-FFF2-40B4-BE49-F238E27FC236}">
                    <a16:creationId xmlns:a16="http://schemas.microsoft.com/office/drawing/2014/main" id="{78A177FD-35CD-467D-900C-1BE560D2F241}"/>
                  </a:ext>
                </a:extLst>
              </p:cNvPr>
              <p:cNvPicPr>
                <a:picLocks noChangeAspect="1"/>
              </p:cNvPicPr>
              <p:nvPr/>
            </p:nvPicPr>
            <p:blipFill>
              <a:blip r:embed="rId18"/>
              <a:stretch>
                <a:fillRect/>
              </a:stretch>
            </p:blipFill>
            <p:spPr>
              <a:xfrm>
                <a:off x="14923720" y="1334616"/>
                <a:ext cx="864520" cy="461586"/>
              </a:xfrm>
              <a:prstGeom prst="rect">
                <a:avLst/>
              </a:prstGeom>
            </p:spPr>
          </p:pic>
          <p:pic>
            <p:nvPicPr>
              <p:cNvPr id="70" name="Picture 69">
                <a:extLst>
                  <a:ext uri="{FF2B5EF4-FFF2-40B4-BE49-F238E27FC236}">
                    <a16:creationId xmlns:a16="http://schemas.microsoft.com/office/drawing/2014/main" id="{2339B2EE-36EC-4E44-92E0-8B5DA7A38F1D}"/>
                  </a:ext>
                </a:extLst>
              </p:cNvPr>
              <p:cNvPicPr>
                <a:picLocks noChangeAspect="1"/>
              </p:cNvPicPr>
              <p:nvPr/>
            </p:nvPicPr>
            <p:blipFill>
              <a:blip r:embed="rId19"/>
              <a:stretch>
                <a:fillRect/>
              </a:stretch>
            </p:blipFill>
            <p:spPr>
              <a:xfrm>
                <a:off x="23269310" y="1282593"/>
                <a:ext cx="414149" cy="555643"/>
              </a:xfrm>
              <a:prstGeom prst="rect">
                <a:avLst/>
              </a:prstGeom>
            </p:spPr>
          </p:pic>
          <p:pic>
            <p:nvPicPr>
              <p:cNvPr id="71" name="Picture 70">
                <a:extLst>
                  <a:ext uri="{FF2B5EF4-FFF2-40B4-BE49-F238E27FC236}">
                    <a16:creationId xmlns:a16="http://schemas.microsoft.com/office/drawing/2014/main" id="{529BF83C-D924-4437-A59F-3A463412B729}"/>
                  </a:ext>
                </a:extLst>
              </p:cNvPr>
              <p:cNvPicPr>
                <a:picLocks noChangeAspect="1"/>
              </p:cNvPicPr>
              <p:nvPr/>
            </p:nvPicPr>
            <p:blipFill>
              <a:blip r:embed="rId20"/>
              <a:stretch>
                <a:fillRect/>
              </a:stretch>
            </p:blipFill>
            <p:spPr>
              <a:xfrm>
                <a:off x="22541455" y="1198926"/>
                <a:ext cx="394253" cy="545743"/>
              </a:xfrm>
              <a:prstGeom prst="rect">
                <a:avLst/>
              </a:prstGeom>
            </p:spPr>
          </p:pic>
          <p:pic>
            <p:nvPicPr>
              <p:cNvPr id="72" name="Picture 71">
                <a:extLst>
                  <a:ext uri="{FF2B5EF4-FFF2-40B4-BE49-F238E27FC236}">
                    <a16:creationId xmlns:a16="http://schemas.microsoft.com/office/drawing/2014/main" id="{6E6A995C-BBE6-4808-95FD-1EE3E7E6FDDB}"/>
                  </a:ext>
                </a:extLst>
              </p:cNvPr>
              <p:cNvPicPr>
                <a:picLocks noChangeAspect="1"/>
              </p:cNvPicPr>
              <p:nvPr/>
            </p:nvPicPr>
            <p:blipFill>
              <a:blip r:embed="rId21"/>
              <a:stretch>
                <a:fillRect/>
              </a:stretch>
            </p:blipFill>
            <p:spPr>
              <a:xfrm>
                <a:off x="13332040" y="7606580"/>
                <a:ext cx="10332000" cy="1223240"/>
              </a:xfrm>
              <a:prstGeom prst="rect">
                <a:avLst/>
              </a:prstGeom>
            </p:spPr>
          </p:pic>
          <p:sp>
            <p:nvSpPr>
              <p:cNvPr id="73" name="Rectangle: Rounded Corners 72">
                <a:extLst>
                  <a:ext uri="{FF2B5EF4-FFF2-40B4-BE49-F238E27FC236}">
                    <a16:creationId xmlns:a16="http://schemas.microsoft.com/office/drawing/2014/main" id="{02681C38-DD8A-4B2B-BCCA-7120A74042A1}"/>
                  </a:ext>
                </a:extLst>
              </p:cNvPr>
              <p:cNvSpPr/>
              <p:nvPr/>
            </p:nvSpPr>
            <p:spPr>
              <a:xfrm>
                <a:off x="18682474" y="7515185"/>
                <a:ext cx="1790153" cy="52212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b="1" kern="0" dirty="0">
                    <a:solidFill>
                      <a:srgbClr val="000000"/>
                    </a:solidFill>
                    <a:latin typeface="Bodoni* 06" pitchFamily="50" charset="0"/>
                    <a:sym typeface="Helvetica Light"/>
                  </a:rPr>
                  <a:t>NEW</a:t>
                </a:r>
              </a:p>
            </p:txBody>
          </p:sp>
          <p:sp>
            <p:nvSpPr>
              <p:cNvPr id="74" name="Rectangle: Rounded Corners 73">
                <a:extLst>
                  <a:ext uri="{FF2B5EF4-FFF2-40B4-BE49-F238E27FC236}">
                    <a16:creationId xmlns:a16="http://schemas.microsoft.com/office/drawing/2014/main" id="{E5709B36-C3DD-4287-BC72-5748295B0179}"/>
                  </a:ext>
                </a:extLst>
              </p:cNvPr>
              <p:cNvSpPr/>
              <p:nvPr/>
            </p:nvSpPr>
            <p:spPr>
              <a:xfrm>
                <a:off x="16733381" y="7510943"/>
                <a:ext cx="1790153" cy="52212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b="1" kern="0" dirty="0">
                    <a:solidFill>
                      <a:srgbClr val="000000"/>
                    </a:solidFill>
                    <a:latin typeface="Bodoni* 06" pitchFamily="50" charset="0"/>
                    <a:sym typeface="Helvetica Light"/>
                  </a:rPr>
                  <a:t>REPLACE</a:t>
                </a:r>
              </a:p>
            </p:txBody>
          </p:sp>
          <p:sp>
            <p:nvSpPr>
              <p:cNvPr id="75" name="Rectangle: Rounded Corners 74">
                <a:extLst>
                  <a:ext uri="{FF2B5EF4-FFF2-40B4-BE49-F238E27FC236}">
                    <a16:creationId xmlns:a16="http://schemas.microsoft.com/office/drawing/2014/main" id="{5E129127-04F8-40ED-9A3C-D5A05DAEE0E5}"/>
                  </a:ext>
                </a:extLst>
              </p:cNvPr>
              <p:cNvSpPr/>
              <p:nvPr/>
            </p:nvSpPr>
            <p:spPr>
              <a:xfrm>
                <a:off x="20631566" y="7515185"/>
                <a:ext cx="1790153" cy="52212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b="1" kern="0" dirty="0">
                    <a:solidFill>
                      <a:srgbClr val="000000"/>
                    </a:solidFill>
                    <a:latin typeface="Bodoni* 06" pitchFamily="50" charset="0"/>
                    <a:sym typeface="Helvetica Light"/>
                  </a:rPr>
                  <a:t>UPGRADE</a:t>
                </a:r>
              </a:p>
            </p:txBody>
          </p:sp>
          <p:sp>
            <p:nvSpPr>
              <p:cNvPr id="76" name="Rectangle: Rounded Corners 75">
                <a:extLst>
                  <a:ext uri="{FF2B5EF4-FFF2-40B4-BE49-F238E27FC236}">
                    <a16:creationId xmlns:a16="http://schemas.microsoft.com/office/drawing/2014/main" id="{73D2FC12-7350-4802-8677-F236AE30F976}"/>
                  </a:ext>
                </a:extLst>
              </p:cNvPr>
              <p:cNvSpPr/>
              <p:nvPr/>
            </p:nvSpPr>
            <p:spPr>
              <a:xfrm>
                <a:off x="14784288" y="7515185"/>
                <a:ext cx="1790153" cy="522129"/>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b="1" kern="0" dirty="0">
                    <a:solidFill>
                      <a:srgbClr val="000000"/>
                    </a:solidFill>
                    <a:latin typeface="Bodoni* 06" pitchFamily="50" charset="0"/>
                    <a:sym typeface="Helvetica Light"/>
                  </a:rPr>
                  <a:t>BLOCK</a:t>
                </a:r>
              </a:p>
            </p:txBody>
          </p:sp>
          <p:sp>
            <p:nvSpPr>
              <p:cNvPr id="77" name="Rectangle: Rounded Corners 76">
                <a:extLst>
                  <a:ext uri="{FF2B5EF4-FFF2-40B4-BE49-F238E27FC236}">
                    <a16:creationId xmlns:a16="http://schemas.microsoft.com/office/drawing/2014/main" id="{755EE396-4E73-4130-AA1A-111B791E7F02}"/>
                  </a:ext>
                </a:extLst>
              </p:cNvPr>
              <p:cNvSpPr/>
              <p:nvPr/>
            </p:nvSpPr>
            <p:spPr>
              <a:xfrm>
                <a:off x="14524295" y="8190955"/>
                <a:ext cx="3235776" cy="408623"/>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1238250" hangingPunct="0"/>
                <a:r>
                  <a:rPr lang="en-IN" b="1" dirty="0">
                    <a:solidFill>
                      <a:srgbClr val="000000"/>
                    </a:solidFill>
                    <a:latin typeface="Bodoni* 06" pitchFamily="50" charset="0"/>
                    <a:sym typeface="Helvetica Light"/>
                  </a:rPr>
                  <a:t>SET/RESET PIN</a:t>
                </a:r>
                <a:endParaRPr lang="en-IN" dirty="0">
                  <a:solidFill>
                    <a:srgbClr val="FFFFFF"/>
                  </a:solidFill>
                  <a:latin typeface="Helvetica Light"/>
                  <a:sym typeface="Helvetica Light"/>
                </a:endParaRPr>
              </a:p>
            </p:txBody>
          </p:sp>
          <p:sp>
            <p:nvSpPr>
              <p:cNvPr id="78" name="Rectangle: Rounded Corners 77">
                <a:extLst>
                  <a:ext uri="{FF2B5EF4-FFF2-40B4-BE49-F238E27FC236}">
                    <a16:creationId xmlns:a16="http://schemas.microsoft.com/office/drawing/2014/main" id="{A8CD0084-90B5-4295-977E-00F0021C84A8}"/>
                  </a:ext>
                </a:extLst>
              </p:cNvPr>
              <p:cNvSpPr/>
              <p:nvPr/>
            </p:nvSpPr>
            <p:spPr>
              <a:xfrm>
                <a:off x="17912884" y="8190955"/>
                <a:ext cx="4824536" cy="408623"/>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1238250" hangingPunct="0"/>
                <a:r>
                  <a:rPr lang="en-IN" b="1" dirty="0">
                    <a:solidFill>
                      <a:srgbClr val="000000"/>
                    </a:solidFill>
                    <a:latin typeface="Bodoni* 06" pitchFamily="50" charset="0"/>
                    <a:sym typeface="Helvetica Light"/>
                  </a:rPr>
                  <a:t>CHANGE USAGE PREFERENCE</a:t>
                </a:r>
                <a:endParaRPr lang="en-IN" dirty="0">
                  <a:solidFill>
                    <a:srgbClr val="FFFFFF"/>
                  </a:solidFill>
                  <a:latin typeface="Helvetica Light"/>
                  <a:sym typeface="Helvetica Light"/>
                </a:endParaRPr>
              </a:p>
            </p:txBody>
          </p:sp>
        </p:grpSp>
        <p:sp>
          <p:nvSpPr>
            <p:cNvPr id="80" name="Rectangle 79">
              <a:extLst>
                <a:ext uri="{FF2B5EF4-FFF2-40B4-BE49-F238E27FC236}">
                  <a16:creationId xmlns:a16="http://schemas.microsoft.com/office/drawing/2014/main" id="{8958233C-6D89-4E17-AC91-0EEDD2F1F7EB}"/>
                </a:ext>
              </a:extLst>
            </p:cNvPr>
            <p:cNvSpPr/>
            <p:nvPr/>
          </p:nvSpPr>
          <p:spPr>
            <a:xfrm>
              <a:off x="16368465" y="3209300"/>
              <a:ext cx="648072" cy="595035"/>
            </a:xfrm>
            <a:prstGeom prst="rect">
              <a:avLst/>
            </a:prstGeom>
            <a:solidFill>
              <a:srgbClr val="4C4C4C"/>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grpSp>
      <p:grpSp>
        <p:nvGrpSpPr>
          <p:cNvPr id="3" name="Group 2">
            <a:extLst>
              <a:ext uri="{FF2B5EF4-FFF2-40B4-BE49-F238E27FC236}">
                <a16:creationId xmlns:a16="http://schemas.microsoft.com/office/drawing/2014/main" id="{F194E5B5-9107-AAE5-6BF5-30FD2D63040E}"/>
              </a:ext>
            </a:extLst>
          </p:cNvPr>
          <p:cNvGrpSpPr/>
          <p:nvPr/>
        </p:nvGrpSpPr>
        <p:grpSpPr>
          <a:xfrm>
            <a:off x="5623687" y="9571084"/>
            <a:ext cx="10900313" cy="478674"/>
            <a:chOff x="5647250" y="6623140"/>
            <a:chExt cx="10900313" cy="478674"/>
          </a:xfrm>
        </p:grpSpPr>
        <p:sp>
          <p:nvSpPr>
            <p:cNvPr id="4" name="Title 1">
              <a:extLst>
                <a:ext uri="{FF2B5EF4-FFF2-40B4-BE49-F238E27FC236}">
                  <a16:creationId xmlns:a16="http://schemas.microsoft.com/office/drawing/2014/main" id="{A7D8AA4C-EF86-8B36-906A-69723DAF32A4}"/>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5" name="Picture 4">
              <a:extLst>
                <a:ext uri="{FF2B5EF4-FFF2-40B4-BE49-F238E27FC236}">
                  <a16:creationId xmlns:a16="http://schemas.microsoft.com/office/drawing/2014/main" id="{F0C2C5F5-563E-1A99-1420-D125B1A60A51}"/>
                </a:ext>
              </a:extLst>
            </p:cNvPr>
            <p:cNvPicPr>
              <a:picLocks noChangeAspect="1"/>
            </p:cNvPicPr>
            <p:nvPr/>
          </p:nvPicPr>
          <p:blipFill rotWithShape="1">
            <a:blip r:embed="rId22">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7" name="Picture 6">
              <a:extLst>
                <a:ext uri="{FF2B5EF4-FFF2-40B4-BE49-F238E27FC236}">
                  <a16:creationId xmlns:a16="http://schemas.microsoft.com/office/drawing/2014/main" id="{E144359D-F963-9193-FBE3-783E6FCD22E1}"/>
                </a:ext>
              </a:extLst>
            </p:cNvPr>
            <p:cNvPicPr>
              <a:picLocks noChangeAspect="1"/>
            </p:cNvPicPr>
            <p:nvPr/>
          </p:nvPicPr>
          <p:blipFill rotWithShape="1">
            <a:blip r:embed="rId23">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3103465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6836" y="64773"/>
            <a:ext cx="5901341" cy="1675565"/>
          </a:xfrm>
        </p:spPr>
        <p:txBody>
          <a:bodyPr anchor="t" anchorCtr="0">
            <a:noAutofit/>
          </a:bodyPr>
          <a:lstStyle/>
          <a:p>
            <a:pPr marL="134541" hangingPunct="0"/>
            <a:r>
              <a:rPr lang="en-US" sz="2800" b="1" kern="1200" cap="none" spc="0" dirty="0">
                <a:latin typeface="Hepta Slab" pitchFamily="2" charset="0"/>
                <a:cs typeface="Hepta Slab" pitchFamily="2" charset="0"/>
              </a:rPr>
              <a:t>Key information not presented upfront</a:t>
            </a:r>
            <a:endParaRPr lang="en-IN" sz="2800" b="1" kern="1200" cap="none" spc="0" dirty="0">
              <a:latin typeface="Hepta Slab" pitchFamily="2" charset="0"/>
              <a:cs typeface="Hepta Slab" pitchFamily="2" charset="0"/>
            </a:endParaRPr>
          </a:p>
        </p:txBody>
      </p:sp>
      <p:sp>
        <p:nvSpPr>
          <p:cNvPr id="4" name="Text Placeholder 3"/>
          <p:cNvSpPr>
            <a:spLocks noGrp="1"/>
          </p:cNvSpPr>
          <p:nvPr>
            <p:ph type="body" sz="half" idx="2"/>
          </p:nvPr>
        </p:nvSpPr>
        <p:spPr>
          <a:xfrm>
            <a:off x="4989713" y="1111277"/>
            <a:ext cx="5843798" cy="1249060"/>
          </a:xfrm>
          <a:ln w="12700">
            <a:miter lim="400000"/>
          </a:ln>
        </p:spPr>
        <p:txBody>
          <a:bodyPr wrap="square" lIns="38100" tIns="38100" rIns="38100" bIns="38100" anchor="ctr">
            <a:spAutoFit/>
          </a:bodyPr>
          <a:lstStyle/>
          <a:p>
            <a:pPr rtl="0" hangingPunct="0">
              <a:lnSpc>
                <a:spcPct val="100000"/>
              </a:lnSpc>
              <a:spcBef>
                <a:spcPts val="450"/>
              </a:spcBef>
              <a:buSzTx/>
            </a:pPr>
            <a:r>
              <a:rPr lang="en-US" sz="2400" dirty="0">
                <a:solidFill>
                  <a:srgbClr val="53585F"/>
                </a:solidFill>
                <a:latin typeface="Montserrat" pitchFamily="2" charset="0"/>
                <a:cs typeface="Hepta Slab" pitchFamily="2" charset="0"/>
                <a:sym typeface="Helvetica Light"/>
              </a:rPr>
              <a:t>Replacement fees information available on a different page </a:t>
            </a:r>
          </a:p>
          <a:p>
            <a:pPr rtl="0" hangingPunct="0">
              <a:lnSpc>
                <a:spcPct val="100000"/>
              </a:lnSpc>
              <a:spcBef>
                <a:spcPts val="450"/>
              </a:spcBef>
              <a:buSzTx/>
            </a:pPr>
            <a:r>
              <a:rPr lang="en-US" sz="2400" dirty="0">
                <a:solidFill>
                  <a:srgbClr val="53585F"/>
                </a:solidFill>
                <a:latin typeface="Montserrat" pitchFamily="2" charset="0"/>
                <a:cs typeface="Hepta Slab" pitchFamily="2" charset="0"/>
                <a:sym typeface="Helvetica Light"/>
              </a:rPr>
              <a:t>Adds a click, adding cognitive effort</a:t>
            </a:r>
            <a:endParaRPr lang="en-IN" sz="2400" dirty="0">
              <a:solidFill>
                <a:srgbClr val="53585F"/>
              </a:solidFill>
              <a:latin typeface="Montserrat" pitchFamily="2" charset="0"/>
              <a:cs typeface="Hepta Slab" pitchFamily="2" charset="0"/>
              <a:sym typeface="Helvetica Light"/>
            </a:endParaRPr>
          </a:p>
        </p:txBody>
      </p:sp>
      <p:grpSp>
        <p:nvGrpSpPr>
          <p:cNvPr id="3" name="Group 2">
            <a:extLst>
              <a:ext uri="{FF2B5EF4-FFF2-40B4-BE49-F238E27FC236}">
                <a16:creationId xmlns:a16="http://schemas.microsoft.com/office/drawing/2014/main" id="{04AF21E3-ADEF-4F1E-9D91-31BA0E74BCE4}"/>
              </a:ext>
            </a:extLst>
          </p:cNvPr>
          <p:cNvGrpSpPr/>
          <p:nvPr/>
        </p:nvGrpSpPr>
        <p:grpSpPr>
          <a:xfrm>
            <a:off x="135334" y="47120"/>
            <a:ext cx="4526168" cy="8046522"/>
            <a:chOff x="180445" y="62827"/>
            <a:chExt cx="6034891" cy="10728696"/>
          </a:xfrm>
        </p:grpSpPr>
        <p:pic>
          <p:nvPicPr>
            <p:cNvPr id="6" name="Picture 5" descr="A screenshot of a cell phone&#10;&#10;Description generated with very high confidence">
              <a:extLst>
                <a:ext uri="{FF2B5EF4-FFF2-40B4-BE49-F238E27FC236}">
                  <a16:creationId xmlns:a16="http://schemas.microsoft.com/office/drawing/2014/main" id="{1B39A9D3-596D-491C-95B1-6FAE4837C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45" y="62827"/>
              <a:ext cx="6034891" cy="10728696"/>
            </a:xfrm>
            <a:prstGeom prst="rect">
              <a:avLst/>
            </a:prstGeom>
          </p:spPr>
        </p:pic>
        <p:sp>
          <p:nvSpPr>
            <p:cNvPr id="20" name="Rectangle 19">
              <a:extLst>
                <a:ext uri="{FF2B5EF4-FFF2-40B4-BE49-F238E27FC236}">
                  <a16:creationId xmlns:a16="http://schemas.microsoft.com/office/drawing/2014/main" id="{1B305E55-AD6A-471A-AFD0-853FD628C286}"/>
                </a:ext>
              </a:extLst>
            </p:cNvPr>
            <p:cNvSpPr/>
            <p:nvPr/>
          </p:nvSpPr>
          <p:spPr>
            <a:xfrm>
              <a:off x="180445" y="4532246"/>
              <a:ext cx="6034891" cy="1317641"/>
            </a:xfrm>
            <a:prstGeom prst="rect">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defTabSz="619125" hangingPunct="0">
                <a:defRPr/>
              </a:pPr>
              <a:endParaRPr lang="en-GB" sz="7500" kern="0" dirty="0">
                <a:solidFill>
                  <a:srgbClr val="FFFFFF"/>
                </a:solidFill>
                <a:latin typeface="Helvetica"/>
                <a:cs typeface="Helvetica"/>
                <a:sym typeface="Helvetica Light"/>
              </a:endParaRPr>
            </a:p>
          </p:txBody>
        </p:sp>
      </p:grpSp>
      <p:sp>
        <p:nvSpPr>
          <p:cNvPr id="15" name="Rectangle 14">
            <a:extLst>
              <a:ext uri="{FF2B5EF4-FFF2-40B4-BE49-F238E27FC236}">
                <a16:creationId xmlns:a16="http://schemas.microsoft.com/office/drawing/2014/main" id="{E26EE80E-3E99-4D1D-B7D5-95075BEA080A}"/>
              </a:ext>
            </a:extLst>
          </p:cNvPr>
          <p:cNvSpPr/>
          <p:nvPr/>
        </p:nvSpPr>
        <p:spPr>
          <a:xfrm>
            <a:off x="143260" y="386544"/>
            <a:ext cx="4518242" cy="446276"/>
          </a:xfrm>
          <a:prstGeom prst="rect">
            <a:avLst/>
          </a:prstGeom>
          <a:solidFill>
            <a:schemeClr val="accent1">
              <a:lumMod val="40000"/>
              <a:lumOff val="60000"/>
            </a:schemeClr>
          </a:solidFill>
          <a:ln w="12700" cap="flat">
            <a:solidFill>
              <a:schemeClr val="bg1">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sp>
        <p:nvSpPr>
          <p:cNvPr id="16" name="TextBox 15">
            <a:extLst>
              <a:ext uri="{FF2B5EF4-FFF2-40B4-BE49-F238E27FC236}">
                <a16:creationId xmlns:a16="http://schemas.microsoft.com/office/drawing/2014/main" id="{63FCA68D-4CF4-4935-9389-EA5CEF056CFA}"/>
              </a:ext>
            </a:extLst>
          </p:cNvPr>
          <p:cNvSpPr txBox="1"/>
          <p:nvPr/>
        </p:nvSpPr>
        <p:spPr>
          <a:xfrm>
            <a:off x="382163" y="432448"/>
            <a:ext cx="4414673"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400" kern="0" dirty="0">
                <a:solidFill>
                  <a:srgbClr val="FFFFFF"/>
                </a:solidFill>
                <a:latin typeface="Calibri" panose="020F0502020204030204" pitchFamily="34" charset="0"/>
                <a:cs typeface="Calibri" panose="020F0502020204030204" pitchFamily="34" charset="0"/>
                <a:sym typeface="Helvetica Light"/>
              </a:rPr>
              <a:t>Block &amp; Replace           &lt; Back</a:t>
            </a:r>
          </a:p>
        </p:txBody>
      </p:sp>
      <p:pic>
        <p:nvPicPr>
          <p:cNvPr id="17" name="Picture 16">
            <a:extLst>
              <a:ext uri="{FF2B5EF4-FFF2-40B4-BE49-F238E27FC236}">
                <a16:creationId xmlns:a16="http://schemas.microsoft.com/office/drawing/2014/main" id="{D49524AC-B07C-4CA5-89F4-FC330EB21103}"/>
              </a:ext>
            </a:extLst>
          </p:cNvPr>
          <p:cNvPicPr>
            <a:picLocks noChangeAspect="1"/>
          </p:cNvPicPr>
          <p:nvPr/>
        </p:nvPicPr>
        <p:blipFill>
          <a:blip r:embed="rId3"/>
          <a:stretch>
            <a:fillRect/>
          </a:stretch>
        </p:blipFill>
        <p:spPr>
          <a:xfrm>
            <a:off x="154402" y="294730"/>
            <a:ext cx="566909" cy="629900"/>
          </a:xfrm>
          <a:prstGeom prst="rect">
            <a:avLst/>
          </a:prstGeom>
        </p:spPr>
      </p:pic>
      <p:pic>
        <p:nvPicPr>
          <p:cNvPr id="5" name="Picture 4">
            <a:extLst>
              <a:ext uri="{FF2B5EF4-FFF2-40B4-BE49-F238E27FC236}">
                <a16:creationId xmlns:a16="http://schemas.microsoft.com/office/drawing/2014/main" id="{4193F139-D70C-4BCC-A39E-06A0FF4110E8}"/>
              </a:ext>
            </a:extLst>
          </p:cNvPr>
          <p:cNvPicPr>
            <a:picLocks noChangeAspect="1"/>
          </p:cNvPicPr>
          <p:nvPr/>
        </p:nvPicPr>
        <p:blipFill>
          <a:blip r:embed="rId4"/>
          <a:stretch>
            <a:fillRect/>
          </a:stretch>
        </p:blipFill>
        <p:spPr>
          <a:xfrm>
            <a:off x="721310" y="1471000"/>
            <a:ext cx="611498" cy="160154"/>
          </a:xfrm>
          <a:prstGeom prst="rect">
            <a:avLst/>
          </a:prstGeom>
        </p:spPr>
      </p:pic>
      <p:pic>
        <p:nvPicPr>
          <p:cNvPr id="19" name="Picture 18">
            <a:extLst>
              <a:ext uri="{FF2B5EF4-FFF2-40B4-BE49-F238E27FC236}">
                <a16:creationId xmlns:a16="http://schemas.microsoft.com/office/drawing/2014/main" id="{ACD2523F-606B-41A1-BB84-2242ADAFB0F0}"/>
              </a:ext>
            </a:extLst>
          </p:cNvPr>
          <p:cNvPicPr>
            <a:picLocks noChangeAspect="1"/>
          </p:cNvPicPr>
          <p:nvPr/>
        </p:nvPicPr>
        <p:blipFill>
          <a:blip r:embed="rId5"/>
          <a:stretch>
            <a:fillRect/>
          </a:stretch>
        </p:blipFill>
        <p:spPr>
          <a:xfrm>
            <a:off x="1413998" y="1701730"/>
            <a:ext cx="3110008" cy="438178"/>
          </a:xfrm>
          <a:prstGeom prst="rect">
            <a:avLst/>
          </a:prstGeom>
        </p:spPr>
      </p:pic>
      <p:sp>
        <p:nvSpPr>
          <p:cNvPr id="21" name="TextBox 20">
            <a:extLst>
              <a:ext uri="{FF2B5EF4-FFF2-40B4-BE49-F238E27FC236}">
                <a16:creationId xmlns:a16="http://schemas.microsoft.com/office/drawing/2014/main" id="{02F4F1B4-D34B-4EA7-9BD2-81B454FDBA15}"/>
              </a:ext>
            </a:extLst>
          </p:cNvPr>
          <p:cNvSpPr txBox="1"/>
          <p:nvPr/>
        </p:nvSpPr>
        <p:spPr>
          <a:xfrm>
            <a:off x="1003670" y="1768445"/>
            <a:ext cx="2592288"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500" kern="0" dirty="0">
                <a:solidFill>
                  <a:srgbClr val="000000">
                    <a:lumMod val="50000"/>
                    <a:lumOff val="50000"/>
                  </a:srgbClr>
                </a:solidFill>
                <a:latin typeface="Arial Nova" panose="020B0504020202020204" pitchFamily="34" charset="0"/>
                <a:sym typeface="Helvetica Light"/>
              </a:rPr>
              <a:t>4321********9876</a:t>
            </a:r>
          </a:p>
        </p:txBody>
      </p:sp>
      <p:pic>
        <p:nvPicPr>
          <p:cNvPr id="7" name="Picture 6">
            <a:extLst>
              <a:ext uri="{FF2B5EF4-FFF2-40B4-BE49-F238E27FC236}">
                <a16:creationId xmlns:a16="http://schemas.microsoft.com/office/drawing/2014/main" id="{5F9B9F99-D21B-4A77-8747-7B36B0887638}"/>
              </a:ext>
            </a:extLst>
          </p:cNvPr>
          <p:cNvPicPr>
            <a:picLocks noChangeAspect="1"/>
          </p:cNvPicPr>
          <p:nvPr/>
        </p:nvPicPr>
        <p:blipFill>
          <a:blip r:embed="rId6"/>
          <a:stretch>
            <a:fillRect/>
          </a:stretch>
        </p:blipFill>
        <p:spPr>
          <a:xfrm flipV="1">
            <a:off x="154401" y="991344"/>
            <a:ext cx="1998366" cy="272707"/>
          </a:xfrm>
          <a:prstGeom prst="rect">
            <a:avLst/>
          </a:prstGeom>
        </p:spPr>
      </p:pic>
      <p:sp>
        <p:nvSpPr>
          <p:cNvPr id="9" name="TextBox 8">
            <a:extLst>
              <a:ext uri="{FF2B5EF4-FFF2-40B4-BE49-F238E27FC236}">
                <a16:creationId xmlns:a16="http://schemas.microsoft.com/office/drawing/2014/main" id="{63E83F28-6FCB-4B6A-AB37-4B9C7F145369}"/>
              </a:ext>
            </a:extLst>
          </p:cNvPr>
          <p:cNvSpPr txBox="1"/>
          <p:nvPr/>
        </p:nvSpPr>
        <p:spPr>
          <a:xfrm>
            <a:off x="382162" y="1042698"/>
            <a:ext cx="1471028" cy="26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200" b="1" kern="0" dirty="0">
                <a:solidFill>
                  <a:srgbClr val="002060"/>
                </a:solidFill>
                <a:latin typeface="Arial Nova" panose="020B0504020202020204" pitchFamily="34" charset="0"/>
                <a:sym typeface="Helvetica Light"/>
              </a:rPr>
              <a:t>Select Debit Card</a:t>
            </a:r>
          </a:p>
        </p:txBody>
      </p:sp>
      <p:pic>
        <p:nvPicPr>
          <p:cNvPr id="10" name="Picture 9">
            <a:extLst>
              <a:ext uri="{FF2B5EF4-FFF2-40B4-BE49-F238E27FC236}">
                <a16:creationId xmlns:a16="http://schemas.microsoft.com/office/drawing/2014/main" id="{446B7A09-F73C-4AD3-AED3-5ADCE51457C9}"/>
              </a:ext>
            </a:extLst>
          </p:cNvPr>
          <p:cNvPicPr>
            <a:picLocks noChangeAspect="1"/>
          </p:cNvPicPr>
          <p:nvPr/>
        </p:nvPicPr>
        <p:blipFill>
          <a:blip r:embed="rId7"/>
          <a:stretch>
            <a:fillRect/>
          </a:stretch>
        </p:blipFill>
        <p:spPr>
          <a:xfrm flipV="1">
            <a:off x="1332808" y="7350411"/>
            <a:ext cx="2263151" cy="641381"/>
          </a:xfrm>
          <a:prstGeom prst="rect">
            <a:avLst/>
          </a:prstGeom>
        </p:spPr>
      </p:pic>
      <p:sp>
        <p:nvSpPr>
          <p:cNvPr id="11" name="TextBox 10">
            <a:extLst>
              <a:ext uri="{FF2B5EF4-FFF2-40B4-BE49-F238E27FC236}">
                <a16:creationId xmlns:a16="http://schemas.microsoft.com/office/drawing/2014/main" id="{E9F03B68-F0DC-48E3-8855-720E415AEABD}"/>
              </a:ext>
            </a:extLst>
          </p:cNvPr>
          <p:cNvSpPr txBox="1"/>
          <p:nvPr/>
        </p:nvSpPr>
        <p:spPr>
          <a:xfrm>
            <a:off x="382163" y="7474875"/>
            <a:ext cx="4279339"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400" kern="0" dirty="0">
                <a:solidFill>
                  <a:srgbClr val="002060"/>
                </a:solidFill>
                <a:latin typeface="Arial Nova" panose="020B0504020202020204" pitchFamily="34" charset="0"/>
                <a:sym typeface="Helvetica Light"/>
              </a:rPr>
              <a:t>Block &amp; Replace</a:t>
            </a:r>
          </a:p>
        </p:txBody>
      </p:sp>
      <p:pic>
        <p:nvPicPr>
          <p:cNvPr id="12" name="Picture 11" descr="Screen of a cell phone&#10;&#10;Description generated with high confidence">
            <a:extLst>
              <a:ext uri="{FF2B5EF4-FFF2-40B4-BE49-F238E27FC236}">
                <a16:creationId xmlns:a16="http://schemas.microsoft.com/office/drawing/2014/main" id="{4D666958-92E5-4EFA-A1E4-152CBC39EB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69002" y="5181000"/>
            <a:ext cx="3438529" cy="1921210"/>
          </a:xfrm>
          <a:prstGeom prst="rect">
            <a:avLst/>
          </a:prstGeom>
        </p:spPr>
      </p:pic>
      <p:sp>
        <p:nvSpPr>
          <p:cNvPr id="18" name="Arrow: Bent-Up 17">
            <a:extLst>
              <a:ext uri="{FF2B5EF4-FFF2-40B4-BE49-F238E27FC236}">
                <a16:creationId xmlns:a16="http://schemas.microsoft.com/office/drawing/2014/main" id="{27AFBACA-F48F-4865-97F2-F67E9A514BD0}"/>
              </a:ext>
            </a:extLst>
          </p:cNvPr>
          <p:cNvSpPr/>
          <p:nvPr/>
        </p:nvSpPr>
        <p:spPr>
          <a:xfrm rot="16200000" flipV="1">
            <a:off x="1716472" y="5799336"/>
            <a:ext cx="1166685" cy="1731764"/>
          </a:xfrm>
          <a:prstGeom prst="bentUpArrow">
            <a:avLst>
              <a:gd name="adj1" fmla="val 13978"/>
              <a:gd name="adj2" fmla="val 25000"/>
              <a:gd name="adj3" fmla="val 27957"/>
            </a:avLst>
          </a:prstGeom>
          <a:solidFill>
            <a:srgbClr val="FF0000"/>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dirty="0">
              <a:solidFill>
                <a:srgbClr val="FFFFFF"/>
              </a:solidFill>
              <a:latin typeface="Helvetica Light"/>
              <a:ea typeface="Helvetica Light"/>
              <a:cs typeface="Helvetica Light"/>
              <a:sym typeface="Helvetica Light"/>
            </a:endParaRPr>
          </a:p>
        </p:txBody>
      </p:sp>
      <p:grpSp>
        <p:nvGrpSpPr>
          <p:cNvPr id="23" name="Group 22">
            <a:extLst>
              <a:ext uri="{FF2B5EF4-FFF2-40B4-BE49-F238E27FC236}">
                <a16:creationId xmlns:a16="http://schemas.microsoft.com/office/drawing/2014/main" id="{4B06C863-1DC0-4065-A491-26C37663AF9F}"/>
              </a:ext>
            </a:extLst>
          </p:cNvPr>
          <p:cNvGrpSpPr/>
          <p:nvPr/>
        </p:nvGrpSpPr>
        <p:grpSpPr>
          <a:xfrm>
            <a:off x="13273058" y="148072"/>
            <a:ext cx="4860540" cy="6331632"/>
            <a:chOff x="526704" y="1889448"/>
            <a:chExt cx="7715250" cy="8442176"/>
          </a:xfrm>
        </p:grpSpPr>
        <p:pic>
          <p:nvPicPr>
            <p:cNvPr id="24" name="Picture 23" descr="A close up of text on a white background&#10;&#10;Description generated with very high confidence">
              <a:extLst>
                <a:ext uri="{FF2B5EF4-FFF2-40B4-BE49-F238E27FC236}">
                  <a16:creationId xmlns:a16="http://schemas.microsoft.com/office/drawing/2014/main" id="{5D72F60F-10A7-4100-B50C-8CECEB5B420C}"/>
                </a:ext>
              </a:extLst>
            </p:cNvPr>
            <p:cNvPicPr>
              <a:picLocks noChangeAspect="1"/>
            </p:cNvPicPr>
            <p:nvPr/>
          </p:nvPicPr>
          <p:blipFill rotWithShape="1">
            <a:blip r:embed="rId9">
              <a:extLst>
                <a:ext uri="{28A0092B-C50C-407E-A947-70E740481C1C}">
                  <a14:useLocalDpi xmlns:a14="http://schemas.microsoft.com/office/drawing/2010/main" val="0"/>
                </a:ext>
              </a:extLst>
            </a:blip>
            <a:srcRect b="38450"/>
            <a:stretch/>
          </p:blipFill>
          <p:spPr>
            <a:xfrm>
              <a:off x="526704" y="1889448"/>
              <a:ext cx="7715250" cy="8442176"/>
            </a:xfrm>
            <a:prstGeom prst="rect">
              <a:avLst/>
            </a:prstGeom>
          </p:spPr>
        </p:pic>
        <p:cxnSp>
          <p:nvCxnSpPr>
            <p:cNvPr id="25" name="Straight Connector 24">
              <a:extLst>
                <a:ext uri="{FF2B5EF4-FFF2-40B4-BE49-F238E27FC236}">
                  <a16:creationId xmlns:a16="http://schemas.microsoft.com/office/drawing/2014/main" id="{6AFBA868-A49B-480D-B159-693A07C7C475}"/>
                </a:ext>
              </a:extLst>
            </p:cNvPr>
            <p:cNvCxnSpPr/>
            <p:nvPr/>
          </p:nvCxnSpPr>
          <p:spPr>
            <a:xfrm>
              <a:off x="3191000" y="7218040"/>
              <a:ext cx="4212000" cy="0"/>
            </a:xfrm>
            <a:prstGeom prst="line">
              <a:avLst/>
            </a:prstGeom>
            <a:ln w="63500">
              <a:solidFill>
                <a:srgbClr val="FF0000"/>
              </a:solidFill>
            </a:ln>
          </p:spPr>
          <p:style>
            <a:lnRef idx="3">
              <a:schemeClr val="accent5"/>
            </a:lnRef>
            <a:fillRef idx="0">
              <a:schemeClr val="accent5"/>
            </a:fillRef>
            <a:effectRef idx="2">
              <a:schemeClr val="accent5"/>
            </a:effectRef>
            <a:fontRef idx="minor">
              <a:schemeClr val="tx1"/>
            </a:fontRef>
          </p:style>
        </p:cxnSp>
        <p:cxnSp>
          <p:nvCxnSpPr>
            <p:cNvPr id="26" name="Straight Connector 25">
              <a:extLst>
                <a:ext uri="{FF2B5EF4-FFF2-40B4-BE49-F238E27FC236}">
                  <a16:creationId xmlns:a16="http://schemas.microsoft.com/office/drawing/2014/main" id="{1F43DB45-1099-46C8-8790-86FF085550A9}"/>
                </a:ext>
              </a:extLst>
            </p:cNvPr>
            <p:cNvCxnSpPr/>
            <p:nvPr/>
          </p:nvCxnSpPr>
          <p:spPr>
            <a:xfrm>
              <a:off x="847975" y="7650088"/>
              <a:ext cx="6552000" cy="0"/>
            </a:xfrm>
            <a:prstGeom prst="line">
              <a:avLst/>
            </a:prstGeom>
            <a:ln w="63500">
              <a:solidFill>
                <a:srgbClr val="FF0000"/>
              </a:solidFill>
            </a:ln>
          </p:spPr>
          <p:style>
            <a:lnRef idx="3">
              <a:schemeClr val="accent5"/>
            </a:lnRef>
            <a:fillRef idx="0">
              <a:schemeClr val="accent5"/>
            </a:fillRef>
            <a:effectRef idx="2">
              <a:schemeClr val="accent5"/>
            </a:effectRef>
            <a:fontRef idx="minor">
              <a:schemeClr val="tx1"/>
            </a:fontRef>
          </p:style>
        </p:cxnSp>
      </p:grpSp>
      <p:sp>
        <p:nvSpPr>
          <p:cNvPr id="27" name="Rectangle 26">
            <a:extLst>
              <a:ext uri="{FF2B5EF4-FFF2-40B4-BE49-F238E27FC236}">
                <a16:creationId xmlns:a16="http://schemas.microsoft.com/office/drawing/2014/main" id="{17B0C525-CA0C-46B9-9C0F-4550F10F9838}"/>
              </a:ext>
            </a:extLst>
          </p:cNvPr>
          <p:cNvSpPr/>
          <p:nvPr/>
        </p:nvSpPr>
        <p:spPr>
          <a:xfrm>
            <a:off x="13273059" y="684034"/>
            <a:ext cx="4860539" cy="446276"/>
          </a:xfrm>
          <a:prstGeom prst="rect">
            <a:avLst/>
          </a:prstGeom>
          <a:solidFill>
            <a:schemeClr val="accent1">
              <a:lumMod val="40000"/>
              <a:lumOff val="60000"/>
            </a:schemeClr>
          </a:solidFill>
          <a:ln w="12700" cap="flat">
            <a:solidFill>
              <a:schemeClr val="bg1">
                <a:lumMod val="5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pic>
        <p:nvPicPr>
          <p:cNvPr id="28" name="Picture 27">
            <a:extLst>
              <a:ext uri="{FF2B5EF4-FFF2-40B4-BE49-F238E27FC236}">
                <a16:creationId xmlns:a16="http://schemas.microsoft.com/office/drawing/2014/main" id="{34B6146D-D2A1-4345-9FCC-B8D74B62C22F}"/>
              </a:ext>
            </a:extLst>
          </p:cNvPr>
          <p:cNvPicPr>
            <a:picLocks noChangeAspect="1"/>
          </p:cNvPicPr>
          <p:nvPr/>
        </p:nvPicPr>
        <p:blipFill>
          <a:blip r:embed="rId3"/>
          <a:stretch>
            <a:fillRect/>
          </a:stretch>
        </p:blipFill>
        <p:spPr>
          <a:xfrm>
            <a:off x="13315886" y="508932"/>
            <a:ext cx="566909" cy="629900"/>
          </a:xfrm>
          <a:prstGeom prst="rect">
            <a:avLst/>
          </a:prstGeom>
        </p:spPr>
      </p:pic>
      <p:pic>
        <p:nvPicPr>
          <p:cNvPr id="29" name="Graphic 28" descr="Home">
            <a:extLst>
              <a:ext uri="{FF2B5EF4-FFF2-40B4-BE49-F238E27FC236}">
                <a16:creationId xmlns:a16="http://schemas.microsoft.com/office/drawing/2014/main" id="{06093896-A947-4786-A8A3-B3040926E93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7142247" y="480982"/>
            <a:ext cx="685800" cy="685800"/>
          </a:xfrm>
          <a:prstGeom prst="rect">
            <a:avLst/>
          </a:prstGeom>
        </p:spPr>
      </p:pic>
      <p:sp>
        <p:nvSpPr>
          <p:cNvPr id="30" name="TextBox 29">
            <a:extLst>
              <a:ext uri="{FF2B5EF4-FFF2-40B4-BE49-F238E27FC236}">
                <a16:creationId xmlns:a16="http://schemas.microsoft.com/office/drawing/2014/main" id="{01746AA5-EDA4-48BF-9F37-038A04295FD1}"/>
              </a:ext>
            </a:extLst>
          </p:cNvPr>
          <p:cNvSpPr txBox="1"/>
          <p:nvPr/>
        </p:nvSpPr>
        <p:spPr>
          <a:xfrm>
            <a:off x="14046393" y="539944"/>
            <a:ext cx="2932256"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700" b="1" kern="0" dirty="0">
                <a:solidFill>
                  <a:srgbClr val="FFFFFF"/>
                </a:solidFill>
                <a:latin typeface="Calibri" panose="020F0502020204030204" pitchFamily="34" charset="0"/>
                <a:cs typeface="Calibri" panose="020F0502020204030204" pitchFamily="34" charset="0"/>
                <a:sym typeface="Helvetica Light"/>
              </a:rPr>
              <a:t>Block &amp; Replace</a:t>
            </a:r>
          </a:p>
        </p:txBody>
      </p:sp>
      <p:pic>
        <p:nvPicPr>
          <p:cNvPr id="31" name="Picture 30">
            <a:extLst>
              <a:ext uri="{FF2B5EF4-FFF2-40B4-BE49-F238E27FC236}">
                <a16:creationId xmlns:a16="http://schemas.microsoft.com/office/drawing/2014/main" id="{B426701C-8AF0-4718-93DE-525CFC91690D}"/>
              </a:ext>
            </a:extLst>
          </p:cNvPr>
          <p:cNvPicPr>
            <a:picLocks noChangeAspect="1"/>
          </p:cNvPicPr>
          <p:nvPr/>
        </p:nvPicPr>
        <p:blipFill>
          <a:blip r:embed="rId12"/>
          <a:stretch>
            <a:fillRect/>
          </a:stretch>
        </p:blipFill>
        <p:spPr>
          <a:xfrm>
            <a:off x="15383471" y="3585770"/>
            <a:ext cx="2588110" cy="303060"/>
          </a:xfrm>
          <a:prstGeom prst="rect">
            <a:avLst/>
          </a:prstGeom>
        </p:spPr>
      </p:pic>
      <p:sp>
        <p:nvSpPr>
          <p:cNvPr id="32" name="TextBox 31">
            <a:extLst>
              <a:ext uri="{FF2B5EF4-FFF2-40B4-BE49-F238E27FC236}">
                <a16:creationId xmlns:a16="http://schemas.microsoft.com/office/drawing/2014/main" id="{CD4F9DF5-47C7-4B2D-BE86-F1D6D17DE020}"/>
              </a:ext>
            </a:extLst>
          </p:cNvPr>
          <p:cNvSpPr txBox="1"/>
          <p:nvPr/>
        </p:nvSpPr>
        <p:spPr>
          <a:xfrm>
            <a:off x="14664653" y="3549239"/>
            <a:ext cx="3159000" cy="4001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100" kern="0" spc="225" dirty="0">
                <a:solidFill>
                  <a:srgbClr val="000000">
                    <a:lumMod val="50000"/>
                    <a:lumOff val="50000"/>
                  </a:srgbClr>
                </a:solidFill>
                <a:latin typeface="Arial Nova" panose="020B0504020202020204" pitchFamily="34" charset="0"/>
                <a:sym typeface="Helvetica Light"/>
              </a:rPr>
              <a:t>4321********9876</a:t>
            </a:r>
          </a:p>
        </p:txBody>
      </p:sp>
      <p:sp>
        <p:nvSpPr>
          <p:cNvPr id="33" name="Title 1">
            <a:extLst>
              <a:ext uri="{FF2B5EF4-FFF2-40B4-BE49-F238E27FC236}">
                <a16:creationId xmlns:a16="http://schemas.microsoft.com/office/drawing/2014/main" id="{804BC4EC-B6DC-430B-98D7-C0A3560F4129}"/>
              </a:ext>
            </a:extLst>
          </p:cNvPr>
          <p:cNvSpPr txBox="1">
            <a:spLocks/>
          </p:cNvSpPr>
          <p:nvPr/>
        </p:nvSpPr>
        <p:spPr>
          <a:xfrm>
            <a:off x="9721456" y="6674871"/>
            <a:ext cx="8181609" cy="524436"/>
          </a:xfrm>
          <a:prstGeom prst="rect">
            <a:avLst/>
          </a:prstGeom>
          <a:ln w="12700">
            <a:miter lim="400000"/>
          </a:ln>
          <a:extLst>
            <a:ext uri="{C572A759-6A51-4108-AA02-DFA0A04FC94B}">
              <ma14:wrappingTextBoxFlag xmlns="" xmlns:ma14="http://schemas.microsoft.com/office/mac/drawingml/2011/main" val="1"/>
            </a:ext>
          </a:extLst>
        </p:spPr>
        <p:txBody>
          <a:bodyPr lIns="38100" tIns="38100" rIns="38100" bIns="38100" anchor="b">
            <a:noAutofit/>
          </a:bodyPr>
          <a:lstStyle>
            <a:lvl1pPr marL="0" marR="0" indent="0" algn="l" defTabSz="825500" rtl="0" latinLnBrk="0">
              <a:lnSpc>
                <a:spcPct val="100000"/>
              </a:lnSpc>
              <a:spcBef>
                <a:spcPts val="0"/>
              </a:spcBef>
              <a:spcAft>
                <a:spcPts val="0"/>
              </a:spcAft>
              <a:buClrTx/>
              <a:buSzTx/>
              <a:buFontTx/>
              <a:buNone/>
              <a:tabLst/>
              <a:defRPr sz="6200" b="0" i="0" u="none" strike="noStrike" cap="all" spc="540" baseline="0">
                <a:ln>
                  <a:noFill/>
                </a:ln>
                <a:solidFill>
                  <a:srgbClr val="000000"/>
                </a:solidFill>
                <a:uFillTx/>
                <a:latin typeface="+mn-lt"/>
                <a:ea typeface="+mn-ea"/>
                <a:cs typeface="+mn-cs"/>
                <a:sym typeface="Helvetica"/>
              </a:defRPr>
            </a:lvl1pPr>
            <a:lvl2pPr marL="0" marR="0" indent="228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2pPr>
            <a:lvl3pPr marL="0" marR="0" indent="457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3pPr>
            <a:lvl4pPr marL="0" marR="0" indent="685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4pPr>
            <a:lvl5pPr marL="0" marR="0" indent="9144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5pPr>
            <a:lvl6pPr marL="0" marR="0" indent="11430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6pPr>
            <a:lvl7pPr marL="0" marR="0" indent="1371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7pPr>
            <a:lvl8pPr marL="0" marR="0" indent="1600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8pPr>
            <a:lvl9pPr marL="0" marR="0" indent="1828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9pPr>
          </a:lstStyle>
          <a:p>
            <a:pPr marL="134541" algn="r" defTabSz="619125" hangingPunct="0"/>
            <a:r>
              <a:rPr lang="en-US" sz="2800" b="1" cap="none" spc="0" dirty="0">
                <a:latin typeface="Hepta Slab" pitchFamily="2" charset="0"/>
                <a:cs typeface="Hepta Slab" pitchFamily="2" charset="0"/>
              </a:rPr>
              <a:t>Request not completely addressed</a:t>
            </a:r>
            <a:endParaRPr lang="en-IN" sz="2800" b="1" cap="none" spc="0" dirty="0">
              <a:latin typeface="Hepta Slab" pitchFamily="2" charset="0"/>
              <a:cs typeface="Hepta Slab" pitchFamily="2" charset="0"/>
            </a:endParaRPr>
          </a:p>
        </p:txBody>
      </p:sp>
      <p:sp>
        <p:nvSpPr>
          <p:cNvPr id="34" name="Text Placeholder 3">
            <a:extLst>
              <a:ext uri="{FF2B5EF4-FFF2-40B4-BE49-F238E27FC236}">
                <a16:creationId xmlns:a16="http://schemas.microsoft.com/office/drawing/2014/main" id="{BB05D45C-3607-48B8-AEB4-31A6550A4478}"/>
              </a:ext>
            </a:extLst>
          </p:cNvPr>
          <p:cNvSpPr txBox="1">
            <a:spLocks/>
          </p:cNvSpPr>
          <p:nvPr/>
        </p:nvSpPr>
        <p:spPr>
          <a:xfrm>
            <a:off x="11839378" y="7228113"/>
            <a:ext cx="6063687" cy="1618392"/>
          </a:xfrm>
          <a:prstGeom prst="rect">
            <a:avLst/>
          </a:prstGeom>
          <a:ln w="12700">
            <a:miter lim="400000"/>
          </a:ln>
          <a:extLst>
            <a:ext uri="{C572A759-6A51-4108-AA02-DFA0A04FC94B}">
              <ma14:wrappingTextBoxFlag xmlns="" xmlns:ma14="http://schemas.microsoft.com/office/mac/drawingml/2011/main" val="1"/>
            </a:ext>
          </a:extLst>
        </p:spPr>
        <p:txBody>
          <a:bodyPr wrap="square" lIns="38100" tIns="38100" rIns="38100" bIns="38100" anchor="ctr">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algn="r" defTabSz="619125" hangingPunct="0">
              <a:lnSpc>
                <a:spcPct val="100000"/>
              </a:lnSpc>
              <a:spcBef>
                <a:spcPts val="450"/>
              </a:spcBef>
              <a:buSzTx/>
            </a:pPr>
            <a:r>
              <a:rPr lang="en-US" sz="2400" dirty="0">
                <a:solidFill>
                  <a:srgbClr val="53585F"/>
                </a:solidFill>
                <a:latin typeface="Montserrat" pitchFamily="2" charset="0"/>
                <a:cs typeface="Hepta Slab" pitchFamily="2" charset="0"/>
                <a:sym typeface="Helvetica Light"/>
              </a:rPr>
              <a:t>User request is only partly completed </a:t>
            </a:r>
          </a:p>
          <a:p>
            <a:pPr algn="r" defTabSz="619125" hangingPunct="0">
              <a:lnSpc>
                <a:spcPct val="100000"/>
              </a:lnSpc>
              <a:spcBef>
                <a:spcPts val="450"/>
              </a:spcBef>
              <a:buSzTx/>
            </a:pPr>
            <a:r>
              <a:rPr lang="en-US" sz="2400" dirty="0">
                <a:solidFill>
                  <a:srgbClr val="53585F"/>
                </a:solidFill>
                <a:latin typeface="Montserrat" pitchFamily="2" charset="0"/>
                <a:cs typeface="Hepta Slab" pitchFamily="2" charset="0"/>
                <a:sym typeface="Helvetica Light"/>
              </a:rPr>
              <a:t>No option available to continue with replacement of card Key details not placed intuitively</a:t>
            </a:r>
            <a:endParaRPr lang="en-IN" sz="2400" dirty="0">
              <a:solidFill>
                <a:srgbClr val="53585F"/>
              </a:solidFill>
              <a:latin typeface="Montserrat" pitchFamily="2" charset="0"/>
              <a:cs typeface="Hepta Slab" pitchFamily="2" charset="0"/>
              <a:sym typeface="Helvetica Light"/>
            </a:endParaRPr>
          </a:p>
        </p:txBody>
      </p:sp>
      <p:sp>
        <p:nvSpPr>
          <p:cNvPr id="38" name="Text Placeholder 3">
            <a:extLst>
              <a:ext uri="{FF2B5EF4-FFF2-40B4-BE49-F238E27FC236}">
                <a16:creationId xmlns:a16="http://schemas.microsoft.com/office/drawing/2014/main" id="{EBA12A99-A731-4B22-8355-DC759CD88F91}"/>
              </a:ext>
            </a:extLst>
          </p:cNvPr>
          <p:cNvSpPr txBox="1">
            <a:spLocks/>
          </p:cNvSpPr>
          <p:nvPr/>
        </p:nvSpPr>
        <p:spPr>
          <a:xfrm>
            <a:off x="6878768" y="3320720"/>
            <a:ext cx="4207287" cy="3185487"/>
          </a:xfrm>
          <a:prstGeom prst="rect">
            <a:avLst/>
          </a:prstGeom>
          <a:solidFill>
            <a:schemeClr val="bg1"/>
          </a:solidFill>
          <a:ln>
            <a:solidFill>
              <a:srgbClr val="FF3131"/>
            </a:solidFill>
          </a:ln>
          <a:effectLst>
            <a:softEdge rad="31750"/>
          </a:effectLst>
          <a:extLst>
            <a:ext uri="{C572A759-6A51-4108-AA02-DFA0A04FC94B}">
              <ma14:wrappingTextBoxFlag xmlns="" xmlns:ma14="http://schemas.microsoft.com/office/mac/drawingml/2011/main" val="1"/>
            </a:ext>
          </a:extLst>
        </p:spPr>
        <p:style>
          <a:lnRef idx="1">
            <a:schemeClr val="dk1"/>
          </a:lnRef>
          <a:fillRef idx="2">
            <a:schemeClr val="dk1"/>
          </a:fillRef>
          <a:effectRef idx="1">
            <a:schemeClr val="dk1"/>
          </a:effectRef>
          <a:fontRef idx="minor">
            <a:schemeClr val="dk1"/>
          </a:fontRef>
        </p:style>
        <p:txBody>
          <a:bodyPr wrap="square" lIns="38100" tIns="38100" rIns="38100" bIns="38100" anchor="ctr">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marL="134541" defTabSz="619125" hangingPunct="0">
              <a:lnSpc>
                <a:spcPct val="100000"/>
              </a:lnSpc>
              <a:spcBef>
                <a:spcPts val="0"/>
              </a:spcBef>
              <a:buSzTx/>
            </a:pPr>
            <a:r>
              <a:rPr lang="en-IN" sz="2800" b="1" dirty="0">
                <a:solidFill>
                  <a:schemeClr val="accent5"/>
                </a:solidFill>
                <a:latin typeface="Hepta Slab" pitchFamily="2" charset="0"/>
                <a:cs typeface="Hepta Slab" pitchFamily="2" charset="0"/>
                <a:sym typeface="Helvetica Light"/>
              </a:rPr>
              <a:t>Behavioural impact</a:t>
            </a:r>
          </a:p>
          <a:p>
            <a:pPr defTabSz="619125" hangingPunct="0">
              <a:lnSpc>
                <a:spcPct val="100000"/>
              </a:lnSpc>
              <a:spcBef>
                <a:spcPts val="1800"/>
              </a:spcBef>
              <a:buSzTx/>
            </a:pPr>
            <a:r>
              <a:rPr lang="en-IN" sz="2400" dirty="0">
                <a:solidFill>
                  <a:schemeClr val="accent5"/>
                </a:solidFill>
                <a:latin typeface="Montserrat" pitchFamily="2" charset="0"/>
                <a:cs typeface="Hepta Slab" pitchFamily="2" charset="0"/>
                <a:sym typeface="Helvetica Light"/>
              </a:rPr>
              <a:t>High cognitive effort  Perception of lack of transparency</a:t>
            </a:r>
          </a:p>
          <a:p>
            <a:pPr defTabSz="619125" hangingPunct="0">
              <a:lnSpc>
                <a:spcPct val="100000"/>
              </a:lnSpc>
              <a:spcBef>
                <a:spcPts val="1800"/>
              </a:spcBef>
              <a:buSzTx/>
            </a:pPr>
            <a:r>
              <a:rPr lang="en-IN" sz="2400" dirty="0">
                <a:solidFill>
                  <a:schemeClr val="accent5"/>
                </a:solidFill>
                <a:latin typeface="Montserrat" pitchFamily="2" charset="0"/>
                <a:cs typeface="Hepta Slab" pitchFamily="2" charset="0"/>
                <a:sym typeface="Helvetica Light"/>
              </a:rPr>
              <a:t>Given the context of a financial product, this drives erosion of trust</a:t>
            </a:r>
          </a:p>
        </p:txBody>
      </p:sp>
      <p:grpSp>
        <p:nvGrpSpPr>
          <p:cNvPr id="8" name="Group 7">
            <a:extLst>
              <a:ext uri="{FF2B5EF4-FFF2-40B4-BE49-F238E27FC236}">
                <a16:creationId xmlns:a16="http://schemas.microsoft.com/office/drawing/2014/main" id="{83E1B22D-5620-9D73-0BC2-5DF0D8085CF3}"/>
              </a:ext>
            </a:extLst>
          </p:cNvPr>
          <p:cNvGrpSpPr/>
          <p:nvPr/>
        </p:nvGrpSpPr>
        <p:grpSpPr>
          <a:xfrm>
            <a:off x="5623687" y="9571084"/>
            <a:ext cx="10900313" cy="478674"/>
            <a:chOff x="5647250" y="6623140"/>
            <a:chExt cx="10900313" cy="478674"/>
          </a:xfrm>
        </p:grpSpPr>
        <p:sp>
          <p:nvSpPr>
            <p:cNvPr id="13" name="Title 1">
              <a:extLst>
                <a:ext uri="{FF2B5EF4-FFF2-40B4-BE49-F238E27FC236}">
                  <a16:creationId xmlns:a16="http://schemas.microsoft.com/office/drawing/2014/main" id="{5FEFC3B1-6C89-9BEF-46CF-0A05270E252B}"/>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14" name="Picture 13">
              <a:extLst>
                <a:ext uri="{FF2B5EF4-FFF2-40B4-BE49-F238E27FC236}">
                  <a16:creationId xmlns:a16="http://schemas.microsoft.com/office/drawing/2014/main" id="{4DC84F20-11E7-2457-7DAF-F97A0526D672}"/>
                </a:ext>
              </a:extLst>
            </p:cNvPr>
            <p:cNvPicPr>
              <a:picLocks noChangeAspect="1"/>
            </p:cNvPicPr>
            <p:nvPr/>
          </p:nvPicPr>
          <p:blipFill rotWithShape="1">
            <a:blip r:embed="rId13">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22" name="Picture 21">
              <a:extLst>
                <a:ext uri="{FF2B5EF4-FFF2-40B4-BE49-F238E27FC236}">
                  <a16:creationId xmlns:a16="http://schemas.microsoft.com/office/drawing/2014/main" id="{253CFB41-9139-8D44-06EA-718DDED1AF4C}"/>
                </a:ext>
              </a:extLst>
            </p:cNvPr>
            <p:cNvPicPr>
              <a:picLocks noChangeAspect="1"/>
            </p:cNvPicPr>
            <p:nvPr/>
          </p:nvPicPr>
          <p:blipFill rotWithShape="1">
            <a:blip r:embed="rId14">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3649875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ell phone&#10;&#10;Description automatically generated">
            <a:extLst>
              <a:ext uri="{FF2B5EF4-FFF2-40B4-BE49-F238E27FC236}">
                <a16:creationId xmlns:a16="http://schemas.microsoft.com/office/drawing/2014/main" id="{F7F024FF-D041-4BF3-8AC4-FE87A7022E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083" y="931032"/>
            <a:ext cx="5284253" cy="8303827"/>
          </a:xfrm>
          <a:prstGeom prst="rect">
            <a:avLst/>
          </a:prstGeom>
          <a:ln>
            <a:solidFill>
              <a:schemeClr val="bg1"/>
            </a:solidFill>
          </a:ln>
        </p:spPr>
      </p:pic>
      <p:pic>
        <p:nvPicPr>
          <p:cNvPr id="7" name="Picture 6">
            <a:extLst>
              <a:ext uri="{FF2B5EF4-FFF2-40B4-BE49-F238E27FC236}">
                <a16:creationId xmlns:a16="http://schemas.microsoft.com/office/drawing/2014/main" id="{8518DE32-174F-457B-8A5F-7981667E8D6E}"/>
              </a:ext>
            </a:extLst>
          </p:cNvPr>
          <p:cNvPicPr>
            <a:picLocks noChangeAspect="1"/>
          </p:cNvPicPr>
          <p:nvPr/>
        </p:nvPicPr>
        <p:blipFill>
          <a:blip r:embed="rId3"/>
          <a:stretch>
            <a:fillRect/>
          </a:stretch>
        </p:blipFill>
        <p:spPr>
          <a:xfrm>
            <a:off x="1907196" y="2377073"/>
            <a:ext cx="3780420" cy="524861"/>
          </a:xfrm>
          <a:prstGeom prst="rect">
            <a:avLst/>
          </a:prstGeom>
        </p:spPr>
      </p:pic>
      <p:sp>
        <p:nvSpPr>
          <p:cNvPr id="8" name="TextBox 7">
            <a:extLst>
              <a:ext uri="{FF2B5EF4-FFF2-40B4-BE49-F238E27FC236}">
                <a16:creationId xmlns:a16="http://schemas.microsoft.com/office/drawing/2014/main" id="{372EC083-7A13-4F69-820B-3AFBEB5B2F37}"/>
              </a:ext>
            </a:extLst>
          </p:cNvPr>
          <p:cNvSpPr txBox="1"/>
          <p:nvPr/>
        </p:nvSpPr>
        <p:spPr>
          <a:xfrm>
            <a:off x="1590070" y="2459481"/>
            <a:ext cx="4414673"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defTabSz="619125" hangingPunct="0"/>
            <a:r>
              <a:rPr lang="en-IN" sz="2400" kern="0" dirty="0">
                <a:solidFill>
                  <a:srgbClr val="FFFFFF"/>
                </a:solidFill>
                <a:latin typeface="Arial Nova" panose="020B0504020202020204" pitchFamily="34" charset="0"/>
                <a:cs typeface="Calibri" panose="020F0502020204030204" pitchFamily="34" charset="0"/>
                <a:sym typeface="Helvetica Light"/>
              </a:rPr>
              <a:t>Block</a:t>
            </a:r>
          </a:p>
        </p:txBody>
      </p:sp>
      <p:pic>
        <p:nvPicPr>
          <p:cNvPr id="14" name="Picture 13">
            <a:extLst>
              <a:ext uri="{FF2B5EF4-FFF2-40B4-BE49-F238E27FC236}">
                <a16:creationId xmlns:a16="http://schemas.microsoft.com/office/drawing/2014/main" id="{0A2169B5-AD5B-4905-AC60-13502AAD72D3}"/>
              </a:ext>
            </a:extLst>
          </p:cNvPr>
          <p:cNvPicPr>
            <a:picLocks noChangeAspect="1"/>
          </p:cNvPicPr>
          <p:nvPr/>
        </p:nvPicPr>
        <p:blipFill>
          <a:blip r:embed="rId4"/>
          <a:stretch>
            <a:fillRect/>
          </a:stretch>
        </p:blipFill>
        <p:spPr>
          <a:xfrm>
            <a:off x="1241766" y="2984341"/>
            <a:ext cx="4590511" cy="3766391"/>
          </a:xfrm>
          <a:prstGeom prst="rect">
            <a:avLst/>
          </a:prstGeom>
        </p:spPr>
      </p:pic>
      <p:pic>
        <p:nvPicPr>
          <p:cNvPr id="15" name="Picture 14">
            <a:extLst>
              <a:ext uri="{FF2B5EF4-FFF2-40B4-BE49-F238E27FC236}">
                <a16:creationId xmlns:a16="http://schemas.microsoft.com/office/drawing/2014/main" id="{4251D4AF-1452-4717-A6C8-D96581122CD5}"/>
              </a:ext>
            </a:extLst>
          </p:cNvPr>
          <p:cNvPicPr>
            <a:picLocks noChangeAspect="1"/>
          </p:cNvPicPr>
          <p:nvPr/>
        </p:nvPicPr>
        <p:blipFill>
          <a:blip r:embed="rId5"/>
          <a:stretch>
            <a:fillRect/>
          </a:stretch>
        </p:blipFill>
        <p:spPr>
          <a:xfrm>
            <a:off x="1274360" y="3012172"/>
            <a:ext cx="2199010" cy="256001"/>
          </a:xfrm>
          <a:prstGeom prst="rect">
            <a:avLst/>
          </a:prstGeom>
        </p:spPr>
      </p:pic>
      <p:sp>
        <p:nvSpPr>
          <p:cNvPr id="16" name="TextBox 15">
            <a:extLst>
              <a:ext uri="{FF2B5EF4-FFF2-40B4-BE49-F238E27FC236}">
                <a16:creationId xmlns:a16="http://schemas.microsoft.com/office/drawing/2014/main" id="{AB2E0F9D-2BC9-428F-8AD1-FAB213796979}"/>
              </a:ext>
            </a:extLst>
          </p:cNvPr>
          <p:cNvSpPr txBox="1"/>
          <p:nvPr/>
        </p:nvSpPr>
        <p:spPr>
          <a:xfrm>
            <a:off x="1259124" y="2973341"/>
            <a:ext cx="1737128"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500" b="1" kern="0" dirty="0">
                <a:solidFill>
                  <a:srgbClr val="000000"/>
                </a:solidFill>
                <a:latin typeface="Arial Nova" panose="020B0504020202020204" pitchFamily="34" charset="0"/>
                <a:sym typeface="Helvetica Light"/>
              </a:rPr>
              <a:t>Select Debit Card</a:t>
            </a:r>
          </a:p>
        </p:txBody>
      </p:sp>
      <p:sp>
        <p:nvSpPr>
          <p:cNvPr id="17" name="Rectangle 16">
            <a:extLst>
              <a:ext uri="{FF2B5EF4-FFF2-40B4-BE49-F238E27FC236}">
                <a16:creationId xmlns:a16="http://schemas.microsoft.com/office/drawing/2014/main" id="{46EF81E0-D492-46EF-A80E-7554F3B9BB63}"/>
              </a:ext>
            </a:extLst>
          </p:cNvPr>
          <p:cNvSpPr/>
          <p:nvPr/>
        </p:nvSpPr>
        <p:spPr>
          <a:xfrm>
            <a:off x="1259124" y="5741575"/>
            <a:ext cx="4590511" cy="446276"/>
          </a:xfrm>
          <a:prstGeom prst="rect">
            <a:avLst/>
          </a:prstGeom>
          <a:solidFill>
            <a:srgbClr val="F2F2F2"/>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sp>
        <p:nvSpPr>
          <p:cNvPr id="21" name="TextBox 20">
            <a:extLst>
              <a:ext uri="{FF2B5EF4-FFF2-40B4-BE49-F238E27FC236}">
                <a16:creationId xmlns:a16="http://schemas.microsoft.com/office/drawing/2014/main" id="{BDE4A862-C83A-4385-BBDD-754D713E43F1}"/>
              </a:ext>
            </a:extLst>
          </p:cNvPr>
          <p:cNvSpPr txBox="1"/>
          <p:nvPr/>
        </p:nvSpPr>
        <p:spPr>
          <a:xfrm>
            <a:off x="1276480" y="4564316"/>
            <a:ext cx="4590511" cy="3008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t">
            <a:spAutoFit/>
          </a:bodyPr>
          <a:lstStyle/>
          <a:p>
            <a:pPr defTabSz="619125" hangingPunct="0"/>
            <a:r>
              <a:rPr lang="en-IN" sz="1350" b="1" kern="0" dirty="0">
                <a:solidFill>
                  <a:srgbClr val="C82506"/>
                </a:solidFill>
                <a:latin typeface="Arial Nova" panose="020B0504020202020204" pitchFamily="34" charset="0"/>
                <a:sym typeface="Helvetica Light"/>
              </a:rPr>
              <a:t>Once the card is blocked, it can not be used for any transaction.</a:t>
            </a:r>
          </a:p>
          <a:p>
            <a:pPr defTabSz="619125" hangingPunct="0"/>
            <a:endParaRPr lang="en-IN" sz="1350" kern="0" dirty="0">
              <a:solidFill>
                <a:srgbClr val="000000"/>
              </a:solidFill>
              <a:latin typeface="Arial Nova" panose="020B0504020202020204" pitchFamily="34" charset="0"/>
              <a:sym typeface="Helvetica Light"/>
            </a:endParaRPr>
          </a:p>
          <a:p>
            <a:pPr defTabSz="619125" hangingPunct="0"/>
            <a:r>
              <a:rPr lang="en-IN" sz="1350" kern="0" dirty="0">
                <a:solidFill>
                  <a:srgbClr val="000000"/>
                </a:solidFill>
                <a:latin typeface="Arial Nova" panose="020B0504020202020204" pitchFamily="34" charset="0"/>
                <a:sym typeface="Helvetica Light"/>
              </a:rPr>
              <a:t>Please note that the replacement card will be a chip card enabled for domestic &amp; international use.</a:t>
            </a:r>
          </a:p>
          <a:p>
            <a:pPr defTabSz="619125" hangingPunct="0"/>
            <a:r>
              <a:rPr lang="en-IN" sz="1350" kern="0" dirty="0">
                <a:solidFill>
                  <a:srgbClr val="000000"/>
                </a:solidFill>
                <a:latin typeface="Arial Nova" panose="020B0504020202020204" pitchFamily="34" charset="0"/>
                <a:sym typeface="Helvetica Light"/>
              </a:rPr>
              <a:t>For NRO customer's the replacement debit card will be a domestic card and can be used only for domestic transactions.</a:t>
            </a:r>
          </a:p>
          <a:p>
            <a:pPr defTabSz="619125" hangingPunct="0"/>
            <a:endParaRPr lang="en-IN" sz="1350" kern="0" dirty="0">
              <a:solidFill>
                <a:srgbClr val="000000"/>
              </a:solidFill>
              <a:latin typeface="Arial Nova" panose="020B0504020202020204" pitchFamily="34" charset="0"/>
              <a:sym typeface="Helvetica Light"/>
            </a:endParaRPr>
          </a:p>
          <a:p>
            <a:pPr defTabSz="619125" hangingPunct="0"/>
            <a:r>
              <a:rPr lang="en-IN" sz="1350" kern="0" dirty="0">
                <a:solidFill>
                  <a:srgbClr val="000000"/>
                </a:solidFill>
                <a:latin typeface="Arial Nova" panose="020B0504020202020204" pitchFamily="34" charset="0"/>
                <a:sym typeface="Helvetica Light"/>
              </a:rPr>
              <a:t>Domestic chipcard replacement fee </a:t>
            </a:r>
            <a:r>
              <a:rPr lang="en-IN" sz="1350" b="1" kern="0" dirty="0">
                <a:solidFill>
                  <a:srgbClr val="000000"/>
                </a:solidFill>
                <a:latin typeface="Arial Nova" panose="020B0504020202020204" pitchFamily="34" charset="0"/>
                <a:sym typeface="Helvetica Light"/>
              </a:rPr>
              <a:t>INR 200</a:t>
            </a:r>
            <a:r>
              <a:rPr lang="en-IN" sz="1350" kern="0" dirty="0">
                <a:solidFill>
                  <a:srgbClr val="000000"/>
                </a:solidFill>
                <a:latin typeface="Arial Nova" panose="020B0504020202020204" pitchFamily="34" charset="0"/>
                <a:sym typeface="Helvetica Light"/>
              </a:rPr>
              <a:t> will be charged.</a:t>
            </a:r>
            <a:r>
              <a:rPr lang="en-GB" sz="1350" kern="0" dirty="0">
                <a:solidFill>
                  <a:srgbClr val="000000"/>
                </a:solidFill>
                <a:latin typeface="Arial Nova" panose="020B0504020202020204" pitchFamily="34" charset="0"/>
                <a:sym typeface="Helvetica Light"/>
              </a:rPr>
              <a:t> </a:t>
            </a:r>
          </a:p>
          <a:p>
            <a:pPr defTabSz="619125" hangingPunct="0"/>
            <a:endParaRPr lang="en-GB" sz="1350" u="sng" kern="0" dirty="0">
              <a:solidFill>
                <a:srgbClr val="0365C0"/>
              </a:solidFill>
              <a:latin typeface="Arial Nova" panose="020B0504020202020204" pitchFamily="34" charset="0"/>
              <a:sym typeface="Helvetica Light"/>
            </a:endParaRPr>
          </a:p>
          <a:p>
            <a:pPr defTabSz="619125" hangingPunct="0"/>
            <a:r>
              <a:rPr lang="en-GB" sz="1350" b="1" u="sng" kern="0" dirty="0">
                <a:solidFill>
                  <a:srgbClr val="0365C0"/>
                </a:solidFill>
                <a:latin typeface="Arial Nova" panose="020B0504020202020204" pitchFamily="34" charset="0"/>
                <a:sym typeface="Helvetica Light"/>
              </a:rPr>
              <a:t>For charges for other card types click here</a:t>
            </a:r>
            <a:endParaRPr lang="en-IN" sz="1350" b="1" u="sng" kern="0" dirty="0">
              <a:solidFill>
                <a:srgbClr val="0365C0"/>
              </a:solidFill>
              <a:latin typeface="Arial Nova" panose="020B0504020202020204" pitchFamily="34" charset="0"/>
              <a:sym typeface="Helvetica Light"/>
            </a:endParaRPr>
          </a:p>
          <a:p>
            <a:pPr defTabSz="619125" hangingPunct="0"/>
            <a:endParaRPr lang="en-IN" sz="1500" kern="0" dirty="0">
              <a:solidFill>
                <a:srgbClr val="000000"/>
              </a:solidFill>
              <a:latin typeface="Arial Nova" panose="020B0504020202020204" pitchFamily="34" charset="0"/>
              <a:sym typeface="Helvetica Light"/>
            </a:endParaRPr>
          </a:p>
        </p:txBody>
      </p:sp>
      <p:pic>
        <p:nvPicPr>
          <p:cNvPr id="2" name="Picture 1">
            <a:extLst>
              <a:ext uri="{FF2B5EF4-FFF2-40B4-BE49-F238E27FC236}">
                <a16:creationId xmlns:a16="http://schemas.microsoft.com/office/drawing/2014/main" id="{EC0DD4F4-0569-4A79-A4FF-DE2AAB6A829B}"/>
              </a:ext>
            </a:extLst>
          </p:cNvPr>
          <p:cNvPicPr>
            <a:picLocks noChangeAspect="1"/>
          </p:cNvPicPr>
          <p:nvPr/>
        </p:nvPicPr>
        <p:blipFill>
          <a:blip r:embed="rId6"/>
          <a:stretch>
            <a:fillRect/>
          </a:stretch>
        </p:blipFill>
        <p:spPr>
          <a:xfrm>
            <a:off x="1960516" y="3480919"/>
            <a:ext cx="527072" cy="138043"/>
          </a:xfrm>
          <a:prstGeom prst="rect">
            <a:avLst/>
          </a:prstGeom>
        </p:spPr>
      </p:pic>
      <p:pic>
        <p:nvPicPr>
          <p:cNvPr id="3" name="Picture 2">
            <a:extLst>
              <a:ext uri="{FF2B5EF4-FFF2-40B4-BE49-F238E27FC236}">
                <a16:creationId xmlns:a16="http://schemas.microsoft.com/office/drawing/2014/main" id="{A96B5A1F-4CB4-4AFB-BD0C-DC6154D4480A}"/>
              </a:ext>
            </a:extLst>
          </p:cNvPr>
          <p:cNvPicPr>
            <a:picLocks noChangeAspect="1"/>
          </p:cNvPicPr>
          <p:nvPr/>
        </p:nvPicPr>
        <p:blipFill>
          <a:blip r:embed="rId7"/>
          <a:stretch>
            <a:fillRect/>
          </a:stretch>
        </p:blipFill>
        <p:spPr>
          <a:xfrm>
            <a:off x="2577609" y="3627646"/>
            <a:ext cx="3110008" cy="438178"/>
          </a:xfrm>
          <a:prstGeom prst="rect">
            <a:avLst/>
          </a:prstGeom>
        </p:spPr>
      </p:pic>
      <p:sp>
        <p:nvSpPr>
          <p:cNvPr id="4" name="TextBox 3">
            <a:extLst>
              <a:ext uri="{FF2B5EF4-FFF2-40B4-BE49-F238E27FC236}">
                <a16:creationId xmlns:a16="http://schemas.microsoft.com/office/drawing/2014/main" id="{FEFFE40C-E549-42A6-B9D2-D652EF324649}"/>
              </a:ext>
            </a:extLst>
          </p:cNvPr>
          <p:cNvSpPr txBox="1"/>
          <p:nvPr/>
        </p:nvSpPr>
        <p:spPr>
          <a:xfrm>
            <a:off x="2167281" y="3694361"/>
            <a:ext cx="2592288" cy="3077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500" kern="0" dirty="0">
                <a:solidFill>
                  <a:srgbClr val="000000">
                    <a:lumMod val="50000"/>
                    <a:lumOff val="50000"/>
                  </a:srgbClr>
                </a:solidFill>
                <a:latin typeface="Arial Nova" panose="020B0504020202020204" pitchFamily="34" charset="0"/>
                <a:sym typeface="Helvetica Light"/>
              </a:rPr>
              <a:t>4321********9876</a:t>
            </a:r>
          </a:p>
        </p:txBody>
      </p:sp>
      <p:pic>
        <p:nvPicPr>
          <p:cNvPr id="18" name="Picture 17">
            <a:extLst>
              <a:ext uri="{FF2B5EF4-FFF2-40B4-BE49-F238E27FC236}">
                <a16:creationId xmlns:a16="http://schemas.microsoft.com/office/drawing/2014/main" id="{DB01D868-7CF5-49F3-BEF9-F7FC1BA892A5}"/>
              </a:ext>
            </a:extLst>
          </p:cNvPr>
          <p:cNvPicPr>
            <a:picLocks noChangeAspect="1"/>
          </p:cNvPicPr>
          <p:nvPr/>
        </p:nvPicPr>
        <p:blipFill>
          <a:blip r:embed="rId8"/>
          <a:stretch>
            <a:fillRect/>
          </a:stretch>
        </p:blipFill>
        <p:spPr>
          <a:xfrm flipV="1">
            <a:off x="1297463" y="3010578"/>
            <a:ext cx="1998366" cy="272707"/>
          </a:xfrm>
          <a:prstGeom prst="rect">
            <a:avLst/>
          </a:prstGeom>
        </p:spPr>
      </p:pic>
      <p:sp>
        <p:nvSpPr>
          <p:cNvPr id="22" name="TextBox 21">
            <a:extLst>
              <a:ext uri="{FF2B5EF4-FFF2-40B4-BE49-F238E27FC236}">
                <a16:creationId xmlns:a16="http://schemas.microsoft.com/office/drawing/2014/main" id="{04BA488F-1790-4363-925B-6272F38F2B66}"/>
              </a:ext>
            </a:extLst>
          </p:cNvPr>
          <p:cNvSpPr txBox="1"/>
          <p:nvPr/>
        </p:nvSpPr>
        <p:spPr>
          <a:xfrm>
            <a:off x="1525224" y="3061931"/>
            <a:ext cx="1471028" cy="26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200" b="1" kern="0" dirty="0">
                <a:solidFill>
                  <a:srgbClr val="002060"/>
                </a:solidFill>
                <a:latin typeface="Arial Nova" panose="020B0504020202020204" pitchFamily="34" charset="0"/>
                <a:sym typeface="Helvetica Light"/>
              </a:rPr>
              <a:t>Select Debit Card</a:t>
            </a:r>
          </a:p>
        </p:txBody>
      </p:sp>
      <p:pic>
        <p:nvPicPr>
          <p:cNvPr id="23" name="Graphic 22" descr="Home">
            <a:extLst>
              <a:ext uri="{FF2B5EF4-FFF2-40B4-BE49-F238E27FC236}">
                <a16:creationId xmlns:a16="http://schemas.microsoft.com/office/drawing/2014/main" id="{D81B6A4E-9694-44A6-BAE2-1DABE7A094F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83410" y="2388188"/>
            <a:ext cx="540000" cy="540000"/>
          </a:xfrm>
          <a:prstGeom prst="rect">
            <a:avLst/>
          </a:prstGeom>
        </p:spPr>
      </p:pic>
      <p:pic>
        <p:nvPicPr>
          <p:cNvPr id="25" name="Graphic 24" descr="Rewind">
            <a:extLst>
              <a:ext uri="{FF2B5EF4-FFF2-40B4-BE49-F238E27FC236}">
                <a16:creationId xmlns:a16="http://schemas.microsoft.com/office/drawing/2014/main" id="{74C8D1BB-93B8-48D2-9C6F-6870C4D1571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203736" y="2399720"/>
            <a:ext cx="540000" cy="540000"/>
          </a:xfrm>
          <a:prstGeom prst="rect">
            <a:avLst/>
          </a:prstGeom>
        </p:spPr>
      </p:pic>
      <p:sp>
        <p:nvSpPr>
          <p:cNvPr id="26" name="Rectangle: Rounded Corners 25">
            <a:extLst>
              <a:ext uri="{FF2B5EF4-FFF2-40B4-BE49-F238E27FC236}">
                <a16:creationId xmlns:a16="http://schemas.microsoft.com/office/drawing/2014/main" id="{924D5625-CD32-4EFC-99F7-EC9AD58D0EBA}"/>
              </a:ext>
            </a:extLst>
          </p:cNvPr>
          <p:cNvSpPr/>
          <p:nvPr/>
        </p:nvSpPr>
        <p:spPr>
          <a:xfrm>
            <a:off x="1241766" y="7571132"/>
            <a:ext cx="4546800" cy="332006"/>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algn="ctr" defTabSz="1238250" hangingPunct="0"/>
            <a:r>
              <a:rPr lang="en-IN" sz="1950" b="1" dirty="0">
                <a:solidFill>
                  <a:srgbClr val="000000"/>
                </a:solidFill>
                <a:latin typeface="Bodoni* 06" pitchFamily="50" charset="0"/>
                <a:sym typeface="Helvetica Light"/>
              </a:rPr>
              <a:t>BLOCK</a:t>
            </a:r>
            <a:endParaRPr lang="en-IN" sz="1950" dirty="0">
              <a:solidFill>
                <a:srgbClr val="FFFFFF"/>
              </a:solidFill>
              <a:latin typeface="Helvetica Light"/>
              <a:sym typeface="Helvetica Light"/>
            </a:endParaRPr>
          </a:p>
        </p:txBody>
      </p:sp>
      <p:pic>
        <p:nvPicPr>
          <p:cNvPr id="27" name="Picture 26" descr="A screenshot of a cell phone&#10;&#10;Description automatically generated">
            <a:extLst>
              <a:ext uri="{FF2B5EF4-FFF2-40B4-BE49-F238E27FC236}">
                <a16:creationId xmlns:a16="http://schemas.microsoft.com/office/drawing/2014/main" id="{75D37B19-B941-40BA-936A-D45D97DFE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60647" y="896273"/>
            <a:ext cx="5284253" cy="8303827"/>
          </a:xfrm>
          <a:prstGeom prst="rect">
            <a:avLst/>
          </a:prstGeom>
          <a:ln>
            <a:solidFill>
              <a:schemeClr val="bg1"/>
            </a:solidFill>
          </a:ln>
        </p:spPr>
      </p:pic>
      <p:pic>
        <p:nvPicPr>
          <p:cNvPr id="28" name="Picture 27">
            <a:extLst>
              <a:ext uri="{FF2B5EF4-FFF2-40B4-BE49-F238E27FC236}">
                <a16:creationId xmlns:a16="http://schemas.microsoft.com/office/drawing/2014/main" id="{330C73E1-2740-4728-8B29-B2CB5F78344B}"/>
              </a:ext>
            </a:extLst>
          </p:cNvPr>
          <p:cNvPicPr>
            <a:picLocks noChangeAspect="1"/>
          </p:cNvPicPr>
          <p:nvPr/>
        </p:nvPicPr>
        <p:blipFill>
          <a:blip r:embed="rId3"/>
          <a:stretch>
            <a:fillRect/>
          </a:stretch>
        </p:blipFill>
        <p:spPr>
          <a:xfrm>
            <a:off x="12986761" y="2342314"/>
            <a:ext cx="3780420" cy="524861"/>
          </a:xfrm>
          <a:prstGeom prst="rect">
            <a:avLst/>
          </a:prstGeom>
        </p:spPr>
      </p:pic>
      <p:sp>
        <p:nvSpPr>
          <p:cNvPr id="29" name="TextBox 28">
            <a:extLst>
              <a:ext uri="{FF2B5EF4-FFF2-40B4-BE49-F238E27FC236}">
                <a16:creationId xmlns:a16="http://schemas.microsoft.com/office/drawing/2014/main" id="{3290EBE5-C038-4446-A100-E90202DB63F6}"/>
              </a:ext>
            </a:extLst>
          </p:cNvPr>
          <p:cNvSpPr txBox="1"/>
          <p:nvPr/>
        </p:nvSpPr>
        <p:spPr>
          <a:xfrm>
            <a:off x="12669634" y="2424721"/>
            <a:ext cx="4414673" cy="44627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defTabSz="619125" hangingPunct="0"/>
            <a:r>
              <a:rPr lang="en-IN" sz="2400" kern="0" dirty="0">
                <a:solidFill>
                  <a:srgbClr val="FFFFFF"/>
                </a:solidFill>
                <a:latin typeface="Arial Nova" panose="020B0504020202020204" pitchFamily="34" charset="0"/>
                <a:cs typeface="Calibri" panose="020F0502020204030204" pitchFamily="34" charset="0"/>
                <a:sym typeface="Helvetica Light"/>
              </a:rPr>
              <a:t>Block</a:t>
            </a:r>
          </a:p>
        </p:txBody>
      </p:sp>
      <p:sp>
        <p:nvSpPr>
          <p:cNvPr id="32" name="Rectangle 31">
            <a:extLst>
              <a:ext uri="{FF2B5EF4-FFF2-40B4-BE49-F238E27FC236}">
                <a16:creationId xmlns:a16="http://schemas.microsoft.com/office/drawing/2014/main" id="{A6FAE635-E939-4C86-8393-E56A90BC2561}"/>
              </a:ext>
            </a:extLst>
          </p:cNvPr>
          <p:cNvSpPr/>
          <p:nvPr/>
        </p:nvSpPr>
        <p:spPr>
          <a:xfrm>
            <a:off x="12321331" y="5278251"/>
            <a:ext cx="4607867" cy="446276"/>
          </a:xfrm>
          <a:prstGeom prst="rect">
            <a:avLst/>
          </a:prstGeom>
          <a:solidFill>
            <a:schemeClr val="bg1">
              <a:lumMod val="95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a:solidFill>
                <a:srgbClr val="FFFFFF"/>
              </a:solidFill>
              <a:latin typeface="Helvetica Light"/>
              <a:ea typeface="Helvetica Light"/>
              <a:cs typeface="Helvetica Light"/>
              <a:sym typeface="Helvetica Light"/>
            </a:endParaRPr>
          </a:p>
        </p:txBody>
      </p:sp>
      <p:sp>
        <p:nvSpPr>
          <p:cNvPr id="33" name="TextBox 32">
            <a:extLst>
              <a:ext uri="{FF2B5EF4-FFF2-40B4-BE49-F238E27FC236}">
                <a16:creationId xmlns:a16="http://schemas.microsoft.com/office/drawing/2014/main" id="{589BF489-6848-462F-9D1E-BFA0FD405B7F}"/>
              </a:ext>
            </a:extLst>
          </p:cNvPr>
          <p:cNvSpPr txBox="1"/>
          <p:nvPr/>
        </p:nvSpPr>
        <p:spPr>
          <a:xfrm>
            <a:off x="12368428" y="4036085"/>
            <a:ext cx="4468691" cy="13234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700" kern="0" dirty="0">
                <a:solidFill>
                  <a:srgbClr val="000000"/>
                </a:solidFill>
                <a:latin typeface="Arial Nova" panose="020B0504020202020204" pitchFamily="34" charset="0"/>
                <a:sym typeface="Helvetica Light"/>
              </a:rPr>
              <a:t>Your Debit card 4321********9876 has been blocked. </a:t>
            </a:r>
          </a:p>
        </p:txBody>
      </p:sp>
      <p:sp>
        <p:nvSpPr>
          <p:cNvPr id="34" name="Smiley Face 33">
            <a:extLst>
              <a:ext uri="{FF2B5EF4-FFF2-40B4-BE49-F238E27FC236}">
                <a16:creationId xmlns:a16="http://schemas.microsoft.com/office/drawing/2014/main" id="{66A8F381-39CC-4B37-B894-EE75D02600D7}"/>
              </a:ext>
            </a:extLst>
          </p:cNvPr>
          <p:cNvSpPr/>
          <p:nvPr/>
        </p:nvSpPr>
        <p:spPr>
          <a:xfrm>
            <a:off x="12986761" y="3172611"/>
            <a:ext cx="864096" cy="627549"/>
          </a:xfrm>
          <a:prstGeom prst="smileyFace">
            <a:avLst/>
          </a:prstGeom>
          <a:solidFill>
            <a:schemeClr val="bg1"/>
          </a:solidFill>
          <a:ln w="76200" cap="flat">
            <a:solidFill>
              <a:schemeClr val="accent1">
                <a:lumMod val="40000"/>
                <a:lumOff val="60000"/>
              </a:schemeClr>
            </a:solid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endParaRPr lang="en-IN" sz="2400" kern="0" dirty="0">
              <a:solidFill>
                <a:srgbClr val="FFFFFF"/>
              </a:solidFill>
              <a:latin typeface="Helvetica Light"/>
              <a:ea typeface="Helvetica Light"/>
              <a:cs typeface="Helvetica Light"/>
              <a:sym typeface="Helvetica Light"/>
            </a:endParaRPr>
          </a:p>
        </p:txBody>
      </p:sp>
      <p:sp>
        <p:nvSpPr>
          <p:cNvPr id="35" name="TextBox 34">
            <a:extLst>
              <a:ext uri="{FF2B5EF4-FFF2-40B4-BE49-F238E27FC236}">
                <a16:creationId xmlns:a16="http://schemas.microsoft.com/office/drawing/2014/main" id="{4DE9F104-511D-44F4-9325-10F49CD75122}"/>
              </a:ext>
            </a:extLst>
          </p:cNvPr>
          <p:cNvSpPr txBox="1"/>
          <p:nvPr/>
        </p:nvSpPr>
        <p:spPr>
          <a:xfrm>
            <a:off x="13974910" y="3159373"/>
            <a:ext cx="2234345" cy="6540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3750" kern="0" dirty="0">
                <a:solidFill>
                  <a:srgbClr val="000000"/>
                </a:solidFill>
                <a:latin typeface="Arial Nova" panose="020B0504020202020204" pitchFamily="34" charset="0"/>
                <a:sym typeface="Helvetica Light"/>
              </a:rPr>
              <a:t>All Done!</a:t>
            </a:r>
          </a:p>
        </p:txBody>
      </p:sp>
      <p:sp>
        <p:nvSpPr>
          <p:cNvPr id="37" name="Rectangle: Rounded Corners 36">
            <a:extLst>
              <a:ext uri="{FF2B5EF4-FFF2-40B4-BE49-F238E27FC236}">
                <a16:creationId xmlns:a16="http://schemas.microsoft.com/office/drawing/2014/main" id="{051B7E5C-313B-4B78-9163-CCB75B53E677}"/>
              </a:ext>
            </a:extLst>
          </p:cNvPr>
          <p:cNvSpPr/>
          <p:nvPr/>
        </p:nvSpPr>
        <p:spPr>
          <a:xfrm>
            <a:off x="12332597" y="6990568"/>
            <a:ext cx="2268000" cy="332006"/>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1">
            <a:spAutoFit/>
          </a:bodyPr>
          <a:lstStyle/>
          <a:p>
            <a:pPr marL="0" lvl="4" indent="685800" defTabSz="1238250" hangingPunct="0"/>
            <a:r>
              <a:rPr lang="en-IN" sz="1950" b="1" dirty="0">
                <a:solidFill>
                  <a:srgbClr val="000000"/>
                </a:solidFill>
                <a:latin typeface="Bodoni* 06" pitchFamily="50" charset="0"/>
                <a:sym typeface="Helvetica Light"/>
              </a:rPr>
              <a:t>REPLACE</a:t>
            </a:r>
          </a:p>
        </p:txBody>
      </p:sp>
      <p:pic>
        <p:nvPicPr>
          <p:cNvPr id="38" name="Graphic 37" descr="Repeat">
            <a:extLst>
              <a:ext uri="{FF2B5EF4-FFF2-40B4-BE49-F238E27FC236}">
                <a16:creationId xmlns:a16="http://schemas.microsoft.com/office/drawing/2014/main" id="{AB210E19-23E4-4D04-B983-9D61A0677B6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2532078" y="6846071"/>
            <a:ext cx="621000" cy="621000"/>
          </a:xfrm>
          <a:prstGeom prst="rect">
            <a:avLst/>
          </a:prstGeom>
        </p:spPr>
      </p:pic>
      <p:sp>
        <p:nvSpPr>
          <p:cNvPr id="39" name="Rectangle: Rounded Corners 38">
            <a:extLst>
              <a:ext uri="{FF2B5EF4-FFF2-40B4-BE49-F238E27FC236}">
                <a16:creationId xmlns:a16="http://schemas.microsoft.com/office/drawing/2014/main" id="{9B8C59DE-5FB5-438A-ABA8-826E13B84D82}"/>
              </a:ext>
            </a:extLst>
          </p:cNvPr>
          <p:cNvSpPr/>
          <p:nvPr/>
        </p:nvSpPr>
        <p:spPr>
          <a:xfrm>
            <a:off x="12330354" y="5675531"/>
            <a:ext cx="2268000" cy="664012"/>
          </a:xfrm>
          <a:prstGeom prst="round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lvl="5" indent="857250" defTabSz="1238250" hangingPunct="0"/>
            <a:r>
              <a:rPr lang="en-IN" sz="1950" b="1" dirty="0">
                <a:solidFill>
                  <a:srgbClr val="000000"/>
                </a:solidFill>
                <a:latin typeface="Bodoni* 06" pitchFamily="50" charset="0"/>
                <a:sym typeface="Helvetica Light"/>
              </a:rPr>
              <a:t>NEW </a:t>
            </a:r>
          </a:p>
          <a:p>
            <a:pPr marL="0" lvl="5" indent="857250" defTabSz="1238250" hangingPunct="0"/>
            <a:r>
              <a:rPr lang="en-IN" sz="1950" b="1" dirty="0">
                <a:solidFill>
                  <a:srgbClr val="000000"/>
                </a:solidFill>
                <a:latin typeface="Bodoni* 06" pitchFamily="50" charset="0"/>
                <a:sym typeface="Helvetica Light"/>
              </a:rPr>
              <a:t>CARD</a:t>
            </a:r>
            <a:endParaRPr lang="en-IN" sz="1950" dirty="0">
              <a:solidFill>
                <a:srgbClr val="FFFFFF"/>
              </a:solidFill>
              <a:latin typeface="Helvetica Light"/>
              <a:sym typeface="Helvetica Light"/>
            </a:endParaRPr>
          </a:p>
        </p:txBody>
      </p:sp>
      <p:pic>
        <p:nvPicPr>
          <p:cNvPr id="40" name="Graphic 39" descr="Badge New">
            <a:extLst>
              <a:ext uri="{FF2B5EF4-FFF2-40B4-BE49-F238E27FC236}">
                <a16:creationId xmlns:a16="http://schemas.microsoft.com/office/drawing/2014/main" id="{6483C8EC-993E-4F66-8DF9-3E6C79C8C07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2438103" y="5697036"/>
            <a:ext cx="621000" cy="621000"/>
          </a:xfrm>
          <a:prstGeom prst="rect">
            <a:avLst/>
          </a:prstGeom>
        </p:spPr>
      </p:pic>
      <p:sp>
        <p:nvSpPr>
          <p:cNvPr id="5" name="TextBox 4">
            <a:extLst>
              <a:ext uri="{FF2B5EF4-FFF2-40B4-BE49-F238E27FC236}">
                <a16:creationId xmlns:a16="http://schemas.microsoft.com/office/drawing/2014/main" id="{4B7328B1-59B7-4AC7-89BF-CD844E93922A}"/>
              </a:ext>
            </a:extLst>
          </p:cNvPr>
          <p:cNvSpPr txBox="1"/>
          <p:nvPr/>
        </p:nvSpPr>
        <p:spPr>
          <a:xfrm>
            <a:off x="14673111" y="6654628"/>
            <a:ext cx="2211854" cy="1046440"/>
          </a:xfrm>
          <a:prstGeom prst="rect">
            <a:avLst/>
          </a:prstGeom>
          <a:noFill/>
          <a:ln w="127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defTabSz="619125" hangingPunct="0"/>
            <a:r>
              <a:rPr lang="en-IN" sz="2100" kern="0" dirty="0">
                <a:solidFill>
                  <a:srgbClr val="000000"/>
                </a:solidFill>
                <a:latin typeface="Bodoni* 06" pitchFamily="50" charset="0"/>
                <a:sym typeface="Helvetica Light"/>
              </a:rPr>
              <a:t>Get the same card re-issued in just one click</a:t>
            </a:r>
          </a:p>
        </p:txBody>
      </p:sp>
      <p:sp>
        <p:nvSpPr>
          <p:cNvPr id="41" name="TextBox 40">
            <a:extLst>
              <a:ext uri="{FF2B5EF4-FFF2-40B4-BE49-F238E27FC236}">
                <a16:creationId xmlns:a16="http://schemas.microsoft.com/office/drawing/2014/main" id="{00CC0DA9-7944-4381-AA73-3466ECF28738}"/>
              </a:ext>
            </a:extLst>
          </p:cNvPr>
          <p:cNvSpPr txBox="1"/>
          <p:nvPr/>
        </p:nvSpPr>
        <p:spPr>
          <a:xfrm>
            <a:off x="14688505" y="5474927"/>
            <a:ext cx="2211854" cy="1046440"/>
          </a:xfrm>
          <a:prstGeom prst="rect">
            <a:avLst/>
          </a:prstGeom>
          <a:noFill/>
          <a:ln w="127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defTabSz="619125" hangingPunct="0"/>
            <a:r>
              <a:rPr lang="en-IN" sz="2100" kern="0" dirty="0">
                <a:solidFill>
                  <a:srgbClr val="000000"/>
                </a:solidFill>
                <a:latin typeface="Bodoni* 06" pitchFamily="50" charset="0"/>
                <a:sym typeface="Helvetica Light"/>
              </a:rPr>
              <a:t>Try something </a:t>
            </a:r>
            <a:r>
              <a:rPr lang="en-IN" sz="2100" b="1" kern="0" dirty="0">
                <a:solidFill>
                  <a:srgbClr val="0365C0"/>
                </a:solidFill>
                <a:latin typeface="Bodoni* 06" pitchFamily="50" charset="0"/>
                <a:sym typeface="Helvetica Light"/>
              </a:rPr>
              <a:t>NEW</a:t>
            </a:r>
            <a:r>
              <a:rPr lang="en-IN" sz="2100" kern="0" dirty="0">
                <a:solidFill>
                  <a:srgbClr val="000000"/>
                </a:solidFill>
                <a:latin typeface="Bodoni* 06" pitchFamily="50" charset="0"/>
                <a:sym typeface="Helvetica Light"/>
              </a:rPr>
              <a:t> from our other options</a:t>
            </a:r>
          </a:p>
        </p:txBody>
      </p:sp>
      <p:pic>
        <p:nvPicPr>
          <p:cNvPr id="42" name="Graphic 41" descr="Home">
            <a:extLst>
              <a:ext uri="{FF2B5EF4-FFF2-40B4-BE49-F238E27FC236}">
                <a16:creationId xmlns:a16="http://schemas.microsoft.com/office/drawing/2014/main" id="{A997604F-FFC1-4A3F-94BD-39928489F75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5805581" y="2349343"/>
            <a:ext cx="540000" cy="540000"/>
          </a:xfrm>
          <a:prstGeom prst="rect">
            <a:avLst/>
          </a:prstGeom>
        </p:spPr>
      </p:pic>
      <p:pic>
        <p:nvPicPr>
          <p:cNvPr id="43" name="Graphic 42" descr="Rewind">
            <a:extLst>
              <a:ext uri="{FF2B5EF4-FFF2-40B4-BE49-F238E27FC236}">
                <a16:creationId xmlns:a16="http://schemas.microsoft.com/office/drawing/2014/main" id="{353A93B3-D665-4133-AE8C-0B7494E11FD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6425907" y="2360875"/>
            <a:ext cx="540000" cy="540000"/>
          </a:xfrm>
          <a:prstGeom prst="rect">
            <a:avLst/>
          </a:prstGeom>
        </p:spPr>
      </p:pic>
      <p:sp>
        <p:nvSpPr>
          <p:cNvPr id="45" name="TextBox 44">
            <a:extLst>
              <a:ext uri="{FF2B5EF4-FFF2-40B4-BE49-F238E27FC236}">
                <a16:creationId xmlns:a16="http://schemas.microsoft.com/office/drawing/2014/main" id="{2C846540-1C46-4E0D-B7CF-2AFD6BDB8E2C}"/>
              </a:ext>
            </a:extLst>
          </p:cNvPr>
          <p:cNvSpPr txBox="1"/>
          <p:nvPr/>
        </p:nvSpPr>
        <p:spPr>
          <a:xfrm>
            <a:off x="6239621" y="2770843"/>
            <a:ext cx="5625642" cy="5247590"/>
          </a:xfrm>
          <a:prstGeom prst="rect">
            <a:avLst/>
          </a:prstGeom>
          <a:noFill/>
          <a:ln>
            <a:noFill/>
          </a:ln>
          <a:effectLst>
            <a:softEdge rad="31750"/>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38100" tIns="38100" rIns="38100" bIns="38100" numCol="1" spcCol="38100" rtlCol="0" anchor="ctr">
            <a:spAutoFit/>
          </a:bodyPr>
          <a:lstStyle/>
          <a:p>
            <a:pP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Alerts and key information about fees provided upfront</a:t>
            </a:r>
          </a:p>
          <a:p>
            <a:pP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External trigger using </a:t>
            </a:r>
            <a:r>
              <a:rPr lang="en-IN" sz="2400" b="1" kern="0" dirty="0">
                <a:solidFill>
                  <a:srgbClr val="C82506">
                    <a:lumMod val="50000"/>
                  </a:srgbClr>
                </a:solidFill>
                <a:latin typeface="Hepta Slab SemiBold" pitchFamily="2" charset="0"/>
                <a:cs typeface="Hepta Slab SemiBold" pitchFamily="2" charset="0"/>
                <a:sym typeface="Helvetica Light"/>
              </a:rPr>
              <a:t>Fresh Start effect</a:t>
            </a:r>
          </a:p>
          <a:p>
            <a:pPr algn="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algn="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Application of </a:t>
            </a:r>
            <a:r>
              <a:rPr lang="en-IN" sz="2400" b="1" kern="0" dirty="0">
                <a:solidFill>
                  <a:srgbClr val="C82506">
                    <a:lumMod val="50000"/>
                  </a:srgbClr>
                </a:solidFill>
                <a:latin typeface="Hepta Slab SemiBold" pitchFamily="2" charset="0"/>
                <a:cs typeface="Hepta Slab SemiBold" pitchFamily="2" charset="0"/>
                <a:sym typeface="Helvetica Light"/>
              </a:rPr>
              <a:t>Feed-Forward principle</a:t>
            </a:r>
          </a:p>
          <a:p>
            <a:pP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p:txBody>
      </p:sp>
      <p:grpSp>
        <p:nvGrpSpPr>
          <p:cNvPr id="9" name="Group 8">
            <a:extLst>
              <a:ext uri="{FF2B5EF4-FFF2-40B4-BE49-F238E27FC236}">
                <a16:creationId xmlns:a16="http://schemas.microsoft.com/office/drawing/2014/main" id="{91E02965-EEEB-9746-0DC0-4C17996448AF}"/>
              </a:ext>
            </a:extLst>
          </p:cNvPr>
          <p:cNvGrpSpPr/>
          <p:nvPr/>
        </p:nvGrpSpPr>
        <p:grpSpPr>
          <a:xfrm>
            <a:off x="5623687" y="9571084"/>
            <a:ext cx="10900313" cy="478674"/>
            <a:chOff x="5647250" y="6623140"/>
            <a:chExt cx="10900313" cy="478674"/>
          </a:xfrm>
        </p:grpSpPr>
        <p:sp>
          <p:nvSpPr>
            <p:cNvPr id="10" name="Title 1">
              <a:extLst>
                <a:ext uri="{FF2B5EF4-FFF2-40B4-BE49-F238E27FC236}">
                  <a16:creationId xmlns:a16="http://schemas.microsoft.com/office/drawing/2014/main" id="{7F0B29B6-50F5-C5BF-0B48-65D765B22BDE}"/>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11" name="Picture 10">
              <a:extLst>
                <a:ext uri="{FF2B5EF4-FFF2-40B4-BE49-F238E27FC236}">
                  <a16:creationId xmlns:a16="http://schemas.microsoft.com/office/drawing/2014/main" id="{E5DF11B9-87C8-4897-C98B-D18FA762AE4F}"/>
                </a:ext>
              </a:extLst>
            </p:cNvPr>
            <p:cNvPicPr>
              <a:picLocks noChangeAspect="1"/>
            </p:cNvPicPr>
            <p:nvPr/>
          </p:nvPicPr>
          <p:blipFill rotWithShape="1">
            <a:blip r:embed="rId17">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2" name="Picture 11">
              <a:extLst>
                <a:ext uri="{FF2B5EF4-FFF2-40B4-BE49-F238E27FC236}">
                  <a16:creationId xmlns:a16="http://schemas.microsoft.com/office/drawing/2014/main" id="{84499D0B-9A8C-DCE5-20C2-DB9DE32BEB2C}"/>
                </a:ext>
              </a:extLst>
            </p:cNvPr>
            <p:cNvPicPr>
              <a:picLocks noChangeAspect="1"/>
            </p:cNvPicPr>
            <p:nvPr/>
          </p:nvPicPr>
          <p:blipFill rotWithShape="1">
            <a:blip r:embed="rId18">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3221696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5392" y="3062828"/>
            <a:ext cx="9795243" cy="424767"/>
          </a:xfrm>
        </p:spPr>
        <p:txBody>
          <a:bodyPr anchor="t">
            <a:noAutofit/>
          </a:bodyPr>
          <a:lstStyle/>
          <a:p>
            <a:pPr marL="134541" hangingPunct="0"/>
            <a:r>
              <a:rPr lang="en-US" sz="2800" b="1" kern="1200" cap="none" spc="0" dirty="0">
                <a:latin typeface="Hepta Slab" pitchFamily="2" charset="0"/>
                <a:cs typeface="Hepta Slab" pitchFamily="2" charset="0"/>
              </a:rPr>
              <a:t>Readability challenge</a:t>
            </a:r>
            <a:endParaRPr lang="en-IN" sz="2800" b="1" kern="1200" cap="none" spc="0" dirty="0">
              <a:latin typeface="Hepta Slab" pitchFamily="2" charset="0"/>
              <a:cs typeface="Hepta Slab" pitchFamily="2" charset="0"/>
            </a:endParaRPr>
          </a:p>
        </p:txBody>
      </p:sp>
      <p:sp>
        <p:nvSpPr>
          <p:cNvPr id="4" name="Text Placeholder 3"/>
          <p:cNvSpPr>
            <a:spLocks noGrp="1"/>
          </p:cNvSpPr>
          <p:nvPr>
            <p:ph type="body" sz="half" idx="2"/>
          </p:nvPr>
        </p:nvSpPr>
        <p:spPr>
          <a:xfrm>
            <a:off x="8371913" y="3574309"/>
            <a:ext cx="5272088" cy="1604222"/>
          </a:xfrm>
          <a:ln w="12700">
            <a:miter lim="400000"/>
          </a:ln>
        </p:spPr>
        <p:txBody>
          <a:bodyPr wrap="square" lIns="38100" tIns="38100" rIns="38100" bIns="38100" anchor="t">
            <a:spAutoFit/>
          </a:bodyPr>
          <a:lstStyle/>
          <a:p>
            <a:pPr rtl="0" hangingPunct="0">
              <a:spcBef>
                <a:spcPts val="1800"/>
              </a:spcBef>
              <a:buSzTx/>
            </a:pPr>
            <a:r>
              <a:rPr lang="en-IN" sz="2400" dirty="0">
                <a:solidFill>
                  <a:srgbClr val="53585F"/>
                </a:solidFill>
                <a:latin typeface="Montserrat" pitchFamily="2" charset="0"/>
                <a:cs typeface="Hepta Slab" pitchFamily="2" charset="0"/>
                <a:sym typeface="Helvetica Light"/>
              </a:rPr>
              <a:t>User is not able to easily discover the note about card blocking</a:t>
            </a:r>
          </a:p>
          <a:p>
            <a:pPr rtl="0" hangingPunct="0">
              <a:spcBef>
                <a:spcPts val="1800"/>
              </a:spcBef>
              <a:buSzTx/>
            </a:pPr>
            <a:endParaRPr lang="en-IN" sz="2400" dirty="0">
              <a:solidFill>
                <a:srgbClr val="53585F"/>
              </a:solidFill>
              <a:latin typeface="Hepta Slab SemiBold" pitchFamily="2" charset="0"/>
              <a:cs typeface="Hepta Slab SemiBold" pitchFamily="2" charset="0"/>
              <a:sym typeface="Helvetica Light"/>
            </a:endParaRPr>
          </a:p>
        </p:txBody>
      </p:sp>
      <p:grpSp>
        <p:nvGrpSpPr>
          <p:cNvPr id="3" name="Group 2">
            <a:extLst>
              <a:ext uri="{FF2B5EF4-FFF2-40B4-BE49-F238E27FC236}">
                <a16:creationId xmlns:a16="http://schemas.microsoft.com/office/drawing/2014/main" id="{5B9FBD81-C205-4ABF-8D7B-01E58004A9A7}"/>
              </a:ext>
            </a:extLst>
          </p:cNvPr>
          <p:cNvGrpSpPr/>
          <p:nvPr/>
        </p:nvGrpSpPr>
        <p:grpSpPr>
          <a:xfrm>
            <a:off x="287016" y="47291"/>
            <a:ext cx="6349867" cy="5076565"/>
            <a:chOff x="488073" y="2962698"/>
            <a:chExt cx="8466489" cy="6768753"/>
          </a:xfrm>
        </p:grpSpPr>
        <p:pic>
          <p:nvPicPr>
            <p:cNvPr id="10" name="Picture 9">
              <a:extLst>
                <a:ext uri="{FF2B5EF4-FFF2-40B4-BE49-F238E27FC236}">
                  <a16:creationId xmlns:a16="http://schemas.microsoft.com/office/drawing/2014/main" id="{A04C33EA-BDE4-4335-93BC-E40D3DCCF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073" y="2962698"/>
              <a:ext cx="8466489" cy="6768753"/>
            </a:xfrm>
            <a:prstGeom prst="rect">
              <a:avLst/>
            </a:prstGeom>
          </p:spPr>
        </p:pic>
        <p:sp>
          <p:nvSpPr>
            <p:cNvPr id="17" name="Rectangle 16">
              <a:extLst>
                <a:ext uri="{FF2B5EF4-FFF2-40B4-BE49-F238E27FC236}">
                  <a16:creationId xmlns:a16="http://schemas.microsoft.com/office/drawing/2014/main" id="{C50C44C1-F155-4AA6-9019-AC73576D2100}"/>
                </a:ext>
              </a:extLst>
            </p:cNvPr>
            <p:cNvSpPr/>
            <p:nvPr/>
          </p:nvSpPr>
          <p:spPr>
            <a:xfrm>
              <a:off x="1231237" y="7840164"/>
              <a:ext cx="4340238" cy="628995"/>
            </a:xfrm>
            <a:prstGeom prst="rect">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defTabSz="619125" hangingPunct="0">
                <a:defRPr/>
              </a:pPr>
              <a:endParaRPr lang="en-GB" sz="7500" kern="0" dirty="0">
                <a:solidFill>
                  <a:srgbClr val="FFFFFF"/>
                </a:solidFill>
                <a:latin typeface="Helvetica"/>
                <a:cs typeface="Helvetica"/>
                <a:sym typeface="Helvetica Light"/>
              </a:endParaRPr>
            </a:p>
          </p:txBody>
        </p:sp>
      </p:grpSp>
      <p:sp>
        <p:nvSpPr>
          <p:cNvPr id="11" name="Rectangle 10">
            <a:extLst>
              <a:ext uri="{FF2B5EF4-FFF2-40B4-BE49-F238E27FC236}">
                <a16:creationId xmlns:a16="http://schemas.microsoft.com/office/drawing/2014/main" id="{DAD3F574-8880-43FC-9E77-B6006767F77F}"/>
              </a:ext>
            </a:extLst>
          </p:cNvPr>
          <p:cNvSpPr/>
          <p:nvPr/>
        </p:nvSpPr>
        <p:spPr>
          <a:xfrm>
            <a:off x="4821115" y="1886503"/>
            <a:ext cx="463427" cy="238527"/>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050" kern="0" dirty="0">
                <a:solidFill>
                  <a:srgbClr val="FFFFFF"/>
                </a:solidFill>
                <a:latin typeface="Arial Nova" panose="020B0504020202020204" pitchFamily="34" charset="0"/>
                <a:sym typeface="Helvetica Light"/>
              </a:rPr>
              <a:t>Go</a:t>
            </a:r>
            <a:endParaRPr lang="en-IN" sz="825" kern="0" dirty="0">
              <a:solidFill>
                <a:srgbClr val="FFFFFF"/>
              </a:solidFill>
              <a:latin typeface="Arial Nova" panose="020B0504020202020204" pitchFamily="34" charset="0"/>
              <a:sym typeface="Helvetica Light"/>
            </a:endParaRPr>
          </a:p>
        </p:txBody>
      </p:sp>
      <p:sp>
        <p:nvSpPr>
          <p:cNvPr id="12" name="Rectangle 11">
            <a:extLst>
              <a:ext uri="{FF2B5EF4-FFF2-40B4-BE49-F238E27FC236}">
                <a16:creationId xmlns:a16="http://schemas.microsoft.com/office/drawing/2014/main" id="{F01F5093-7C74-493A-B5B1-4E7268A7B264}"/>
              </a:ext>
            </a:extLst>
          </p:cNvPr>
          <p:cNvSpPr/>
          <p:nvPr/>
        </p:nvSpPr>
        <p:spPr>
          <a:xfrm>
            <a:off x="825058" y="4480489"/>
            <a:ext cx="1469822" cy="284693"/>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350" kern="0" dirty="0">
                <a:solidFill>
                  <a:srgbClr val="FFFFFF"/>
                </a:solidFill>
                <a:latin typeface="Arial Nova" panose="020B0504020202020204" pitchFamily="34" charset="0"/>
                <a:sym typeface="Helvetica Light"/>
              </a:rPr>
              <a:t>Proceed&gt;</a:t>
            </a:r>
          </a:p>
        </p:txBody>
      </p:sp>
      <p:pic>
        <p:nvPicPr>
          <p:cNvPr id="5" name="Picture 4">
            <a:extLst>
              <a:ext uri="{FF2B5EF4-FFF2-40B4-BE49-F238E27FC236}">
                <a16:creationId xmlns:a16="http://schemas.microsoft.com/office/drawing/2014/main" id="{83E07D23-BF40-4FBE-AB0D-16AB8382DB25}"/>
              </a:ext>
            </a:extLst>
          </p:cNvPr>
          <p:cNvPicPr>
            <a:picLocks noChangeAspect="1"/>
          </p:cNvPicPr>
          <p:nvPr/>
        </p:nvPicPr>
        <p:blipFill>
          <a:blip r:embed="rId4"/>
          <a:stretch>
            <a:fillRect/>
          </a:stretch>
        </p:blipFill>
        <p:spPr>
          <a:xfrm>
            <a:off x="550741" y="917762"/>
            <a:ext cx="3728296" cy="323608"/>
          </a:xfrm>
          <a:prstGeom prst="rect">
            <a:avLst/>
          </a:prstGeom>
        </p:spPr>
      </p:pic>
      <p:sp>
        <p:nvSpPr>
          <p:cNvPr id="6" name="TextBox 5">
            <a:extLst>
              <a:ext uri="{FF2B5EF4-FFF2-40B4-BE49-F238E27FC236}">
                <a16:creationId xmlns:a16="http://schemas.microsoft.com/office/drawing/2014/main" id="{0A0DB1F8-86CA-4AA4-B41D-5A5C6DDB6E89}"/>
              </a:ext>
            </a:extLst>
          </p:cNvPr>
          <p:cNvSpPr txBox="1"/>
          <p:nvPr/>
        </p:nvSpPr>
        <p:spPr>
          <a:xfrm>
            <a:off x="556561" y="917761"/>
            <a:ext cx="1469822" cy="26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200" kern="0" dirty="0">
                <a:solidFill>
                  <a:srgbClr val="002060"/>
                </a:solidFill>
                <a:latin typeface="Arial Nova" panose="020B0504020202020204" pitchFamily="34" charset="0"/>
                <a:sym typeface="Helvetica Light"/>
              </a:rPr>
              <a:t>Back to my card</a:t>
            </a:r>
          </a:p>
        </p:txBody>
      </p:sp>
      <p:pic>
        <p:nvPicPr>
          <p:cNvPr id="15" name="Picture 14">
            <a:extLst>
              <a:ext uri="{FF2B5EF4-FFF2-40B4-BE49-F238E27FC236}">
                <a16:creationId xmlns:a16="http://schemas.microsoft.com/office/drawing/2014/main" id="{2102F0B4-BC20-4EA5-8A76-461D3963B5D5}"/>
              </a:ext>
            </a:extLst>
          </p:cNvPr>
          <p:cNvPicPr>
            <a:picLocks noChangeAspect="1"/>
          </p:cNvPicPr>
          <p:nvPr/>
        </p:nvPicPr>
        <p:blipFill>
          <a:blip r:embed="rId4"/>
          <a:stretch>
            <a:fillRect/>
          </a:stretch>
        </p:blipFill>
        <p:spPr>
          <a:xfrm flipV="1">
            <a:off x="617333" y="1802033"/>
            <a:ext cx="724771" cy="322997"/>
          </a:xfrm>
          <a:prstGeom prst="rect">
            <a:avLst/>
          </a:prstGeom>
        </p:spPr>
      </p:pic>
      <p:sp>
        <p:nvSpPr>
          <p:cNvPr id="7" name="TextBox 6">
            <a:extLst>
              <a:ext uri="{FF2B5EF4-FFF2-40B4-BE49-F238E27FC236}">
                <a16:creationId xmlns:a16="http://schemas.microsoft.com/office/drawing/2014/main" id="{EF8E30C0-898C-4ADB-A7C1-3CAF60CA2710}"/>
              </a:ext>
            </a:extLst>
          </p:cNvPr>
          <p:cNvSpPr txBox="1"/>
          <p:nvPr/>
        </p:nvSpPr>
        <p:spPr>
          <a:xfrm>
            <a:off x="464526" y="1955185"/>
            <a:ext cx="956073" cy="2039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825" kern="0" dirty="0">
                <a:solidFill>
                  <a:srgbClr val="000000"/>
                </a:solidFill>
                <a:latin typeface="Arial Nova" panose="020B0504020202020204" pitchFamily="34" charset="0"/>
                <a:sym typeface="Helvetica Light"/>
              </a:rPr>
              <a:t>Card Details</a:t>
            </a:r>
          </a:p>
        </p:txBody>
      </p:sp>
      <p:pic>
        <p:nvPicPr>
          <p:cNvPr id="19" name="Picture 18">
            <a:extLst>
              <a:ext uri="{FF2B5EF4-FFF2-40B4-BE49-F238E27FC236}">
                <a16:creationId xmlns:a16="http://schemas.microsoft.com/office/drawing/2014/main" id="{4CC6F9E1-7E22-4F1B-9A15-A96FE7971131}"/>
              </a:ext>
            </a:extLst>
          </p:cNvPr>
          <p:cNvPicPr>
            <a:picLocks noChangeAspect="1"/>
          </p:cNvPicPr>
          <p:nvPr/>
        </p:nvPicPr>
        <p:blipFill>
          <a:blip r:embed="rId4"/>
          <a:stretch>
            <a:fillRect/>
          </a:stretch>
        </p:blipFill>
        <p:spPr>
          <a:xfrm flipV="1">
            <a:off x="2020623" y="1901754"/>
            <a:ext cx="1950138" cy="164660"/>
          </a:xfrm>
          <a:prstGeom prst="rect">
            <a:avLst/>
          </a:prstGeom>
        </p:spPr>
      </p:pic>
      <p:sp>
        <p:nvSpPr>
          <p:cNvPr id="9" name="TextBox 8">
            <a:extLst>
              <a:ext uri="{FF2B5EF4-FFF2-40B4-BE49-F238E27FC236}">
                <a16:creationId xmlns:a16="http://schemas.microsoft.com/office/drawing/2014/main" id="{51ADA887-E9B6-433F-9379-BF5D2B5CD674}"/>
              </a:ext>
            </a:extLst>
          </p:cNvPr>
          <p:cNvSpPr txBox="1"/>
          <p:nvPr/>
        </p:nvSpPr>
        <p:spPr>
          <a:xfrm>
            <a:off x="2020623" y="1955185"/>
            <a:ext cx="1280109" cy="2039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825" kern="0" dirty="0">
                <a:solidFill>
                  <a:srgbClr val="000000"/>
                </a:solidFill>
                <a:latin typeface="Arial Nova" panose="020B0504020202020204" pitchFamily="34" charset="0"/>
                <a:sym typeface="Helvetica Light"/>
              </a:rPr>
              <a:t>Upgrade/Replace card</a:t>
            </a:r>
          </a:p>
        </p:txBody>
      </p:sp>
      <p:grpSp>
        <p:nvGrpSpPr>
          <p:cNvPr id="18" name="Group 17">
            <a:extLst>
              <a:ext uri="{FF2B5EF4-FFF2-40B4-BE49-F238E27FC236}">
                <a16:creationId xmlns:a16="http://schemas.microsoft.com/office/drawing/2014/main" id="{6548BBAA-90DF-4934-A210-AC20C2F6DCA6}"/>
              </a:ext>
            </a:extLst>
          </p:cNvPr>
          <p:cNvGrpSpPr/>
          <p:nvPr/>
        </p:nvGrpSpPr>
        <p:grpSpPr>
          <a:xfrm>
            <a:off x="312049" y="4420020"/>
            <a:ext cx="6817611" cy="5726393"/>
            <a:chOff x="173314" y="2245523"/>
            <a:chExt cx="9090148" cy="7635190"/>
          </a:xfrm>
        </p:grpSpPr>
        <p:pic>
          <p:nvPicPr>
            <p:cNvPr id="20" name="Picture 19" descr="A screenshot of a social media post&#10;&#10;Description generated with very high confidence">
              <a:extLst>
                <a:ext uri="{FF2B5EF4-FFF2-40B4-BE49-F238E27FC236}">
                  <a16:creationId xmlns:a16="http://schemas.microsoft.com/office/drawing/2014/main" id="{291D9166-142D-4358-A1CE-7FB8EDD3CB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3314" y="2245523"/>
              <a:ext cx="9090148" cy="7635190"/>
            </a:xfrm>
            <a:prstGeom prst="rect">
              <a:avLst/>
            </a:prstGeom>
          </p:spPr>
        </p:pic>
        <p:sp>
          <p:nvSpPr>
            <p:cNvPr id="21" name="Rectangle 20">
              <a:extLst>
                <a:ext uri="{FF2B5EF4-FFF2-40B4-BE49-F238E27FC236}">
                  <a16:creationId xmlns:a16="http://schemas.microsoft.com/office/drawing/2014/main" id="{6AF1FD8E-9134-48A2-8639-2FD6982E0F11}"/>
                </a:ext>
              </a:extLst>
            </p:cNvPr>
            <p:cNvSpPr/>
            <p:nvPr/>
          </p:nvSpPr>
          <p:spPr>
            <a:xfrm>
              <a:off x="3407022" y="6857999"/>
              <a:ext cx="2880322" cy="3022713"/>
            </a:xfrm>
            <a:prstGeom prst="rect">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defTabSz="619125" hangingPunct="0">
                <a:defRPr/>
              </a:pPr>
              <a:endParaRPr lang="en-GB" sz="7500" kern="0" dirty="0">
                <a:solidFill>
                  <a:srgbClr val="FFFFFF"/>
                </a:solidFill>
                <a:latin typeface="Helvetica"/>
                <a:cs typeface="Helvetica"/>
                <a:sym typeface="Helvetica Light"/>
              </a:endParaRPr>
            </a:p>
          </p:txBody>
        </p:sp>
      </p:grpSp>
      <p:pic>
        <p:nvPicPr>
          <p:cNvPr id="22" name="Picture 21">
            <a:extLst>
              <a:ext uri="{FF2B5EF4-FFF2-40B4-BE49-F238E27FC236}">
                <a16:creationId xmlns:a16="http://schemas.microsoft.com/office/drawing/2014/main" id="{AD1CAB7A-DC37-4FE2-8489-E97B3EB8F2AD}"/>
              </a:ext>
            </a:extLst>
          </p:cNvPr>
          <p:cNvPicPr>
            <a:picLocks noChangeAspect="1"/>
          </p:cNvPicPr>
          <p:nvPr/>
        </p:nvPicPr>
        <p:blipFill>
          <a:blip r:embed="rId4"/>
          <a:stretch>
            <a:fillRect/>
          </a:stretch>
        </p:blipFill>
        <p:spPr>
          <a:xfrm>
            <a:off x="333096" y="6578670"/>
            <a:ext cx="1016474" cy="307777"/>
          </a:xfrm>
          <a:prstGeom prst="rect">
            <a:avLst/>
          </a:prstGeom>
        </p:spPr>
      </p:pic>
      <p:pic>
        <p:nvPicPr>
          <p:cNvPr id="23" name="Picture 22">
            <a:extLst>
              <a:ext uri="{FF2B5EF4-FFF2-40B4-BE49-F238E27FC236}">
                <a16:creationId xmlns:a16="http://schemas.microsoft.com/office/drawing/2014/main" id="{3D12F33B-1D3D-48FC-ABBF-F8D7F000595C}"/>
              </a:ext>
            </a:extLst>
          </p:cNvPr>
          <p:cNvPicPr>
            <a:picLocks noChangeAspect="1"/>
          </p:cNvPicPr>
          <p:nvPr/>
        </p:nvPicPr>
        <p:blipFill>
          <a:blip r:embed="rId4"/>
          <a:stretch>
            <a:fillRect/>
          </a:stretch>
        </p:blipFill>
        <p:spPr>
          <a:xfrm>
            <a:off x="347311" y="4758471"/>
            <a:ext cx="950399" cy="125462"/>
          </a:xfrm>
          <a:prstGeom prst="rect">
            <a:avLst/>
          </a:prstGeom>
        </p:spPr>
      </p:pic>
      <p:pic>
        <p:nvPicPr>
          <p:cNvPr id="24" name="Picture 23">
            <a:extLst>
              <a:ext uri="{FF2B5EF4-FFF2-40B4-BE49-F238E27FC236}">
                <a16:creationId xmlns:a16="http://schemas.microsoft.com/office/drawing/2014/main" id="{40881F5E-DDED-4D46-9C66-CC64F5602A57}"/>
              </a:ext>
            </a:extLst>
          </p:cNvPr>
          <p:cNvPicPr>
            <a:picLocks noChangeAspect="1"/>
          </p:cNvPicPr>
          <p:nvPr/>
        </p:nvPicPr>
        <p:blipFill>
          <a:blip r:embed="rId4"/>
          <a:stretch>
            <a:fillRect/>
          </a:stretch>
        </p:blipFill>
        <p:spPr>
          <a:xfrm>
            <a:off x="2009193" y="6594396"/>
            <a:ext cx="1193879" cy="250836"/>
          </a:xfrm>
          <a:prstGeom prst="rect">
            <a:avLst/>
          </a:prstGeom>
        </p:spPr>
      </p:pic>
      <p:sp>
        <p:nvSpPr>
          <p:cNvPr id="25" name="TextBox 24">
            <a:extLst>
              <a:ext uri="{FF2B5EF4-FFF2-40B4-BE49-F238E27FC236}">
                <a16:creationId xmlns:a16="http://schemas.microsoft.com/office/drawing/2014/main" id="{06E874E9-C440-49B6-B56D-F49A40E62E1F}"/>
              </a:ext>
            </a:extLst>
          </p:cNvPr>
          <p:cNvSpPr txBox="1"/>
          <p:nvPr/>
        </p:nvSpPr>
        <p:spPr>
          <a:xfrm>
            <a:off x="464526" y="6586707"/>
            <a:ext cx="690803"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900" kern="0" dirty="0">
                <a:solidFill>
                  <a:srgbClr val="000000"/>
                </a:solidFill>
                <a:latin typeface="Arial Nova" panose="020B0504020202020204" pitchFamily="34" charset="0"/>
                <a:sym typeface="Helvetica Light"/>
              </a:rPr>
              <a:t>Card details</a:t>
            </a:r>
          </a:p>
        </p:txBody>
      </p:sp>
      <p:sp>
        <p:nvSpPr>
          <p:cNvPr id="26" name="TextBox 25">
            <a:extLst>
              <a:ext uri="{FF2B5EF4-FFF2-40B4-BE49-F238E27FC236}">
                <a16:creationId xmlns:a16="http://schemas.microsoft.com/office/drawing/2014/main" id="{6FC26595-6C7E-4645-B197-D3C0A94CEBE4}"/>
              </a:ext>
            </a:extLst>
          </p:cNvPr>
          <p:cNvSpPr txBox="1"/>
          <p:nvPr/>
        </p:nvSpPr>
        <p:spPr>
          <a:xfrm>
            <a:off x="1946867" y="6623895"/>
            <a:ext cx="143853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900" b="1" kern="0" dirty="0">
                <a:solidFill>
                  <a:srgbClr val="000000"/>
                </a:solidFill>
                <a:latin typeface="Arial Nova" panose="020B0504020202020204" pitchFamily="34" charset="0"/>
                <a:sym typeface="Helvetica Light"/>
              </a:rPr>
              <a:t>Upgrade/Replace card</a:t>
            </a:r>
          </a:p>
        </p:txBody>
      </p:sp>
      <p:pic>
        <p:nvPicPr>
          <p:cNvPr id="27" name="Picture 26">
            <a:extLst>
              <a:ext uri="{FF2B5EF4-FFF2-40B4-BE49-F238E27FC236}">
                <a16:creationId xmlns:a16="http://schemas.microsoft.com/office/drawing/2014/main" id="{3D9DEB9A-1F50-4CF6-AE49-6FD538162BB4}"/>
              </a:ext>
            </a:extLst>
          </p:cNvPr>
          <p:cNvPicPr>
            <a:picLocks noChangeAspect="1"/>
          </p:cNvPicPr>
          <p:nvPr/>
        </p:nvPicPr>
        <p:blipFill>
          <a:blip r:embed="rId4"/>
          <a:stretch>
            <a:fillRect/>
          </a:stretch>
        </p:blipFill>
        <p:spPr>
          <a:xfrm>
            <a:off x="580113" y="5609304"/>
            <a:ext cx="3728296" cy="323608"/>
          </a:xfrm>
          <a:prstGeom prst="rect">
            <a:avLst/>
          </a:prstGeom>
        </p:spPr>
      </p:pic>
      <p:sp>
        <p:nvSpPr>
          <p:cNvPr id="28" name="TextBox 27">
            <a:extLst>
              <a:ext uri="{FF2B5EF4-FFF2-40B4-BE49-F238E27FC236}">
                <a16:creationId xmlns:a16="http://schemas.microsoft.com/office/drawing/2014/main" id="{939F4C5D-EFCA-4096-A4D3-4E717EF7DCD9}"/>
              </a:ext>
            </a:extLst>
          </p:cNvPr>
          <p:cNvSpPr txBox="1"/>
          <p:nvPr/>
        </p:nvSpPr>
        <p:spPr>
          <a:xfrm>
            <a:off x="559885" y="5536680"/>
            <a:ext cx="1469822" cy="261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200" kern="0" dirty="0">
                <a:solidFill>
                  <a:srgbClr val="002060"/>
                </a:solidFill>
                <a:latin typeface="Arial Nova" panose="020B0504020202020204" pitchFamily="34" charset="0"/>
                <a:sym typeface="Helvetica Light"/>
              </a:rPr>
              <a:t>Back to my card</a:t>
            </a:r>
          </a:p>
        </p:txBody>
      </p:sp>
      <p:sp>
        <p:nvSpPr>
          <p:cNvPr id="29" name="Rectangle 28">
            <a:extLst>
              <a:ext uri="{FF2B5EF4-FFF2-40B4-BE49-F238E27FC236}">
                <a16:creationId xmlns:a16="http://schemas.microsoft.com/office/drawing/2014/main" id="{BC50688F-7007-4413-A58C-3F0FACA6FF93}"/>
              </a:ext>
            </a:extLst>
          </p:cNvPr>
          <p:cNvSpPr/>
          <p:nvPr/>
        </p:nvSpPr>
        <p:spPr>
          <a:xfrm>
            <a:off x="5120432" y="6543645"/>
            <a:ext cx="432048" cy="307777"/>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1500" kern="0" dirty="0">
                <a:solidFill>
                  <a:srgbClr val="FFFFFF"/>
                </a:solidFill>
                <a:latin typeface="Arial Nova" panose="020B0504020202020204" pitchFamily="34" charset="0"/>
                <a:sym typeface="Helvetica Light"/>
              </a:rPr>
              <a:t>Go</a:t>
            </a:r>
            <a:endParaRPr lang="en-IN" sz="1200" kern="0" dirty="0">
              <a:solidFill>
                <a:srgbClr val="FFFFFF"/>
              </a:solidFill>
              <a:latin typeface="Arial Nova" panose="020B0504020202020204" pitchFamily="34" charset="0"/>
              <a:sym typeface="Helvetica Light"/>
            </a:endParaRPr>
          </a:p>
        </p:txBody>
      </p:sp>
      <p:sp>
        <p:nvSpPr>
          <p:cNvPr id="30" name="Rectangle 29">
            <a:extLst>
              <a:ext uri="{FF2B5EF4-FFF2-40B4-BE49-F238E27FC236}">
                <a16:creationId xmlns:a16="http://schemas.microsoft.com/office/drawing/2014/main" id="{D390AAFD-8852-4191-A011-F0C793752306}"/>
              </a:ext>
            </a:extLst>
          </p:cNvPr>
          <p:cNvSpPr/>
          <p:nvPr/>
        </p:nvSpPr>
        <p:spPr>
          <a:xfrm>
            <a:off x="792533" y="9386726"/>
            <a:ext cx="1154335" cy="353943"/>
          </a:xfrm>
          <a:prstGeom prst="rect">
            <a:avLst/>
          </a:prstGeom>
          <a:solidFill>
            <a:schemeClr val="accent1">
              <a:lumMod val="40000"/>
              <a:lumOff val="60000"/>
            </a:schemeClr>
          </a:solid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kern="0" dirty="0">
                <a:solidFill>
                  <a:srgbClr val="FFFFFF"/>
                </a:solidFill>
                <a:latin typeface="Arial Nova" panose="020B0504020202020204" pitchFamily="34" charset="0"/>
                <a:sym typeface="Helvetica Light"/>
              </a:rPr>
              <a:t>Proceed&gt;</a:t>
            </a:r>
          </a:p>
        </p:txBody>
      </p:sp>
      <p:pic>
        <p:nvPicPr>
          <p:cNvPr id="31" name="Picture 30">
            <a:extLst>
              <a:ext uri="{FF2B5EF4-FFF2-40B4-BE49-F238E27FC236}">
                <a16:creationId xmlns:a16="http://schemas.microsoft.com/office/drawing/2014/main" id="{61682427-4AAC-4B07-8399-60B010064DFB}"/>
              </a:ext>
            </a:extLst>
          </p:cNvPr>
          <p:cNvPicPr>
            <a:picLocks noChangeAspect="1"/>
          </p:cNvPicPr>
          <p:nvPr/>
        </p:nvPicPr>
        <p:blipFill>
          <a:blip r:embed="rId6"/>
          <a:stretch>
            <a:fillRect/>
          </a:stretch>
        </p:blipFill>
        <p:spPr>
          <a:xfrm>
            <a:off x="2234089" y="5134133"/>
            <a:ext cx="510959" cy="323608"/>
          </a:xfrm>
          <a:prstGeom prst="rect">
            <a:avLst/>
          </a:prstGeom>
        </p:spPr>
      </p:pic>
      <p:sp>
        <p:nvSpPr>
          <p:cNvPr id="32" name="TextBox 31">
            <a:extLst>
              <a:ext uri="{FF2B5EF4-FFF2-40B4-BE49-F238E27FC236}">
                <a16:creationId xmlns:a16="http://schemas.microsoft.com/office/drawing/2014/main" id="{97744BC7-B522-49C5-A4BB-31CF0BFC6812}"/>
              </a:ext>
            </a:extLst>
          </p:cNvPr>
          <p:cNvSpPr txBox="1"/>
          <p:nvPr/>
        </p:nvSpPr>
        <p:spPr>
          <a:xfrm>
            <a:off x="426349" y="5988123"/>
            <a:ext cx="6210691" cy="492443"/>
          </a:xfrm>
          <a:prstGeom prst="rect">
            <a:avLst/>
          </a:prstGeom>
          <a:solidFill>
            <a:srgbClr val="F1F1F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619125" hangingPunct="0"/>
            <a:r>
              <a:rPr lang="en-IN" sz="2700" b="1" kern="0" dirty="0">
                <a:solidFill>
                  <a:srgbClr val="000000"/>
                </a:solidFill>
                <a:latin typeface="Arial Nova" panose="020B0504020202020204" pitchFamily="34" charset="0"/>
                <a:sym typeface="Helvetica Light"/>
              </a:rPr>
              <a:t>Priya Sharma (4321 ****  **** 9876)</a:t>
            </a:r>
            <a:endParaRPr lang="en-IN" sz="4050" b="1" kern="0" dirty="0">
              <a:solidFill>
                <a:srgbClr val="000000"/>
              </a:solidFill>
              <a:latin typeface="Arial Nova" panose="020B0504020202020204" pitchFamily="34" charset="0"/>
              <a:sym typeface="Helvetica Light"/>
            </a:endParaRPr>
          </a:p>
        </p:txBody>
      </p:sp>
      <p:pic>
        <p:nvPicPr>
          <p:cNvPr id="33" name="Picture 32">
            <a:extLst>
              <a:ext uri="{FF2B5EF4-FFF2-40B4-BE49-F238E27FC236}">
                <a16:creationId xmlns:a16="http://schemas.microsoft.com/office/drawing/2014/main" id="{AA1E3A83-F229-43E3-8FE2-A5CCF7C3D042}"/>
              </a:ext>
            </a:extLst>
          </p:cNvPr>
          <p:cNvPicPr>
            <a:picLocks noChangeAspect="1"/>
          </p:cNvPicPr>
          <p:nvPr/>
        </p:nvPicPr>
        <p:blipFill>
          <a:blip r:embed="rId6"/>
          <a:stretch>
            <a:fillRect/>
          </a:stretch>
        </p:blipFill>
        <p:spPr>
          <a:xfrm>
            <a:off x="2142823" y="527672"/>
            <a:ext cx="510959" cy="323608"/>
          </a:xfrm>
          <a:prstGeom prst="rect">
            <a:avLst/>
          </a:prstGeom>
        </p:spPr>
      </p:pic>
      <p:sp>
        <p:nvSpPr>
          <p:cNvPr id="34" name="TextBox 33">
            <a:extLst>
              <a:ext uri="{FF2B5EF4-FFF2-40B4-BE49-F238E27FC236}">
                <a16:creationId xmlns:a16="http://schemas.microsoft.com/office/drawing/2014/main" id="{EDAB553C-5D7C-4606-B4CF-14B589E8B835}"/>
              </a:ext>
            </a:extLst>
          </p:cNvPr>
          <p:cNvSpPr txBox="1"/>
          <p:nvPr/>
        </p:nvSpPr>
        <p:spPr>
          <a:xfrm>
            <a:off x="665058" y="1287870"/>
            <a:ext cx="5616625" cy="492443"/>
          </a:xfrm>
          <a:prstGeom prst="rect">
            <a:avLst/>
          </a:prstGeom>
          <a:solidFill>
            <a:srgbClr val="F1F1F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defTabSz="619125" hangingPunct="0"/>
            <a:r>
              <a:rPr lang="en-IN" sz="2700" b="1" kern="0" dirty="0">
                <a:solidFill>
                  <a:srgbClr val="000000"/>
                </a:solidFill>
                <a:latin typeface="Arial Nova" panose="020B0504020202020204" pitchFamily="34" charset="0"/>
                <a:sym typeface="Helvetica Light"/>
              </a:rPr>
              <a:t>Priya Sharma (4321 ****  **** 9876)</a:t>
            </a:r>
            <a:endParaRPr lang="en-IN" sz="4050" b="1" kern="0" dirty="0">
              <a:solidFill>
                <a:srgbClr val="000000"/>
              </a:solidFill>
              <a:latin typeface="Arial Nova" panose="020B0504020202020204" pitchFamily="34" charset="0"/>
              <a:sym typeface="Helvetica Light"/>
            </a:endParaRPr>
          </a:p>
        </p:txBody>
      </p:sp>
      <p:sp>
        <p:nvSpPr>
          <p:cNvPr id="35" name="Title 1">
            <a:extLst>
              <a:ext uri="{FF2B5EF4-FFF2-40B4-BE49-F238E27FC236}">
                <a16:creationId xmlns:a16="http://schemas.microsoft.com/office/drawing/2014/main" id="{B88B0C8A-3B81-4B68-926E-AAB2DF4DC68A}"/>
              </a:ext>
            </a:extLst>
          </p:cNvPr>
          <p:cNvSpPr txBox="1">
            <a:spLocks/>
          </p:cNvSpPr>
          <p:nvPr/>
        </p:nvSpPr>
        <p:spPr>
          <a:xfrm>
            <a:off x="8223320" y="323395"/>
            <a:ext cx="9795243" cy="653654"/>
          </a:xfrm>
          <a:prstGeom prst="rect">
            <a:avLst/>
          </a:prstGeom>
          <a:ln w="12700">
            <a:miter lim="400000"/>
          </a:ln>
          <a:extLst>
            <a:ext uri="{C572A759-6A51-4108-AA02-DFA0A04FC94B}">
              <ma14:wrappingTextBoxFlag xmlns="" xmlns:ma14="http://schemas.microsoft.com/office/mac/drawingml/2011/main" val="1"/>
            </a:ext>
          </a:extLst>
        </p:spPr>
        <p:txBody>
          <a:bodyPr lIns="38100" tIns="38100" rIns="38100" bIns="38100" anchor="b">
            <a:noAutofit/>
          </a:bodyPr>
          <a:lstStyle>
            <a:lvl1pPr marL="0" marR="0" indent="0" algn="l" defTabSz="825500" rtl="0" latinLnBrk="0">
              <a:lnSpc>
                <a:spcPct val="100000"/>
              </a:lnSpc>
              <a:spcBef>
                <a:spcPts val="0"/>
              </a:spcBef>
              <a:spcAft>
                <a:spcPts val="0"/>
              </a:spcAft>
              <a:buClrTx/>
              <a:buSzTx/>
              <a:buFontTx/>
              <a:buNone/>
              <a:tabLst/>
              <a:defRPr sz="6200" b="0" i="0" u="none" strike="noStrike" cap="all" spc="540" baseline="0">
                <a:ln>
                  <a:noFill/>
                </a:ln>
                <a:solidFill>
                  <a:srgbClr val="000000"/>
                </a:solidFill>
                <a:uFillTx/>
                <a:latin typeface="+mn-lt"/>
                <a:ea typeface="+mn-ea"/>
                <a:cs typeface="+mn-cs"/>
                <a:sym typeface="Helvetica"/>
              </a:defRPr>
            </a:lvl1pPr>
            <a:lvl2pPr marL="0" marR="0" indent="228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2pPr>
            <a:lvl3pPr marL="0" marR="0" indent="457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3pPr>
            <a:lvl4pPr marL="0" marR="0" indent="685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4pPr>
            <a:lvl5pPr marL="0" marR="0" indent="9144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5pPr>
            <a:lvl6pPr marL="0" marR="0" indent="11430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6pPr>
            <a:lvl7pPr marL="0" marR="0" indent="1371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7pPr>
            <a:lvl8pPr marL="0" marR="0" indent="1600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8pPr>
            <a:lvl9pPr marL="0" marR="0" indent="1828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9pPr>
          </a:lstStyle>
          <a:p>
            <a:pPr marL="134541" defTabSz="619125" hangingPunct="0"/>
            <a:r>
              <a:rPr lang="en-US" sz="2800" b="1" cap="none" spc="0" dirty="0">
                <a:latin typeface="Hepta Slab" pitchFamily="2" charset="0"/>
                <a:cs typeface="Hepta Slab" pitchFamily="2" charset="0"/>
              </a:rPr>
              <a:t>Lack of visibility</a:t>
            </a:r>
            <a:endParaRPr lang="en-IN" sz="2800" b="1" cap="none" spc="0" dirty="0">
              <a:latin typeface="Hepta Slab" pitchFamily="2" charset="0"/>
              <a:cs typeface="Hepta Slab" pitchFamily="2" charset="0"/>
            </a:endParaRPr>
          </a:p>
        </p:txBody>
      </p:sp>
      <p:sp>
        <p:nvSpPr>
          <p:cNvPr id="36" name="Text Placeholder 3">
            <a:extLst>
              <a:ext uri="{FF2B5EF4-FFF2-40B4-BE49-F238E27FC236}">
                <a16:creationId xmlns:a16="http://schemas.microsoft.com/office/drawing/2014/main" id="{B2DCEBDE-64B0-4BD5-8F93-8D14A10D1480}"/>
              </a:ext>
            </a:extLst>
          </p:cNvPr>
          <p:cNvSpPr txBox="1">
            <a:spLocks/>
          </p:cNvSpPr>
          <p:nvPr/>
        </p:nvSpPr>
        <p:spPr>
          <a:xfrm>
            <a:off x="8371913" y="1137826"/>
            <a:ext cx="5992088" cy="1371786"/>
          </a:xfrm>
          <a:prstGeom prst="rect">
            <a:avLst/>
          </a:prstGeom>
          <a:ln w="12700">
            <a:miter lim="400000"/>
          </a:ln>
          <a:extLst>
            <a:ext uri="{C572A759-6A51-4108-AA02-DFA0A04FC94B}">
              <ma14:wrappingTextBoxFlag xmlns="" xmlns:ma14="http://schemas.microsoft.com/office/mac/drawingml/2011/main" val="1"/>
            </a:ext>
          </a:extLst>
        </p:spPr>
        <p:txBody>
          <a:bodyPr wrap="square" lIns="38100" tIns="38100" rIns="38100" bIns="38100" anchor="t">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defTabSz="619125" hangingPunct="0">
              <a:spcBef>
                <a:spcPts val="1800"/>
              </a:spcBef>
              <a:buSzTx/>
            </a:pPr>
            <a:r>
              <a:rPr lang="en-IN" sz="2400" kern="0" dirty="0">
                <a:solidFill>
                  <a:srgbClr val="53585F"/>
                </a:solidFill>
                <a:latin typeface="Montserrat" pitchFamily="2" charset="0"/>
                <a:cs typeface="Hepta Slab" pitchFamily="2" charset="0"/>
                <a:sym typeface="Helvetica Light"/>
              </a:rPr>
              <a:t>User is not clear how many more steps are required and often abandons the journey here</a:t>
            </a:r>
          </a:p>
        </p:txBody>
      </p:sp>
      <p:sp>
        <p:nvSpPr>
          <p:cNvPr id="37" name="Title 1">
            <a:extLst>
              <a:ext uri="{FF2B5EF4-FFF2-40B4-BE49-F238E27FC236}">
                <a16:creationId xmlns:a16="http://schemas.microsoft.com/office/drawing/2014/main" id="{3AC37979-2C5A-46EF-B260-78695858EF2C}"/>
              </a:ext>
            </a:extLst>
          </p:cNvPr>
          <p:cNvSpPr txBox="1">
            <a:spLocks/>
          </p:cNvSpPr>
          <p:nvPr/>
        </p:nvSpPr>
        <p:spPr>
          <a:xfrm>
            <a:off x="8241638" y="5112913"/>
            <a:ext cx="9795243" cy="558077"/>
          </a:xfrm>
          <a:prstGeom prst="rect">
            <a:avLst/>
          </a:prstGeom>
          <a:ln w="12700">
            <a:miter lim="400000"/>
          </a:ln>
          <a:extLst>
            <a:ext uri="{C572A759-6A51-4108-AA02-DFA0A04FC94B}">
              <ma14:wrappingTextBoxFlag xmlns="" xmlns:ma14="http://schemas.microsoft.com/office/mac/drawingml/2011/main" val="1"/>
            </a:ext>
          </a:extLst>
        </p:spPr>
        <p:txBody>
          <a:bodyPr lIns="38100" tIns="38100" rIns="38100" bIns="38100" anchor="t">
            <a:noAutofit/>
          </a:bodyPr>
          <a:lstStyle>
            <a:lvl1pPr marL="0" marR="0" indent="0" algn="l" defTabSz="825500" rtl="0" latinLnBrk="0">
              <a:lnSpc>
                <a:spcPct val="100000"/>
              </a:lnSpc>
              <a:spcBef>
                <a:spcPts val="0"/>
              </a:spcBef>
              <a:spcAft>
                <a:spcPts val="0"/>
              </a:spcAft>
              <a:buClrTx/>
              <a:buSzTx/>
              <a:buFontTx/>
              <a:buNone/>
              <a:tabLst/>
              <a:defRPr sz="6200" b="0" i="0" u="none" strike="noStrike" cap="all" spc="540" baseline="0">
                <a:ln>
                  <a:noFill/>
                </a:ln>
                <a:solidFill>
                  <a:srgbClr val="000000"/>
                </a:solidFill>
                <a:uFillTx/>
                <a:latin typeface="+mn-lt"/>
                <a:ea typeface="+mn-ea"/>
                <a:cs typeface="+mn-cs"/>
                <a:sym typeface="Helvetica"/>
              </a:defRPr>
            </a:lvl1pPr>
            <a:lvl2pPr marL="0" marR="0" indent="228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2pPr>
            <a:lvl3pPr marL="0" marR="0" indent="457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3pPr>
            <a:lvl4pPr marL="0" marR="0" indent="685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4pPr>
            <a:lvl5pPr marL="0" marR="0" indent="9144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5pPr>
            <a:lvl6pPr marL="0" marR="0" indent="11430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6pPr>
            <a:lvl7pPr marL="0" marR="0" indent="13716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7pPr>
            <a:lvl8pPr marL="0" marR="0" indent="16002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8pPr>
            <a:lvl9pPr marL="0" marR="0" indent="1828800" algn="ctr" defTabSz="825500" rtl="0" latinLnBrk="0">
              <a:lnSpc>
                <a:spcPct val="100000"/>
              </a:lnSpc>
              <a:spcBef>
                <a:spcPts val="0"/>
              </a:spcBef>
              <a:spcAft>
                <a:spcPts val="0"/>
              </a:spcAft>
              <a:buClrTx/>
              <a:buSzTx/>
              <a:buFontTx/>
              <a:buNone/>
              <a:tabLst/>
              <a:defRPr sz="13500" b="0" i="0" u="none" strike="noStrike" cap="all" spc="540" baseline="0">
                <a:ln>
                  <a:noFill/>
                </a:ln>
                <a:solidFill>
                  <a:srgbClr val="000000"/>
                </a:solidFill>
                <a:uFillTx/>
                <a:latin typeface="+mn-lt"/>
                <a:ea typeface="+mn-ea"/>
                <a:cs typeface="+mn-cs"/>
                <a:sym typeface="Helvetica"/>
              </a:defRPr>
            </a:lvl9pPr>
          </a:lstStyle>
          <a:p>
            <a:pPr marL="134541" defTabSz="619125" hangingPunct="0"/>
            <a:r>
              <a:rPr lang="en-US" sz="2800" b="1" cap="none" spc="0" dirty="0">
                <a:latin typeface="Hepta Slab" pitchFamily="2" charset="0"/>
                <a:cs typeface="Hepta Slab" pitchFamily="2" charset="0"/>
              </a:rPr>
              <a:t>Usability challenge</a:t>
            </a:r>
            <a:endParaRPr lang="en-IN" sz="2800" b="1" cap="none" spc="0" dirty="0">
              <a:latin typeface="Hepta Slab" pitchFamily="2" charset="0"/>
              <a:cs typeface="Hepta Slab" pitchFamily="2" charset="0"/>
            </a:endParaRPr>
          </a:p>
        </p:txBody>
      </p:sp>
      <p:sp>
        <p:nvSpPr>
          <p:cNvPr id="38" name="Text Placeholder 3">
            <a:extLst>
              <a:ext uri="{FF2B5EF4-FFF2-40B4-BE49-F238E27FC236}">
                <a16:creationId xmlns:a16="http://schemas.microsoft.com/office/drawing/2014/main" id="{2E3688B8-3118-4CFB-9AA4-FBE102155CAD}"/>
              </a:ext>
            </a:extLst>
          </p:cNvPr>
          <p:cNvSpPr txBox="1">
            <a:spLocks/>
          </p:cNvSpPr>
          <p:nvPr/>
        </p:nvSpPr>
        <p:spPr>
          <a:xfrm>
            <a:off x="8370057" y="5621421"/>
            <a:ext cx="8872088" cy="486993"/>
          </a:xfrm>
          <a:prstGeom prst="rect">
            <a:avLst/>
          </a:prstGeom>
          <a:ln w="12700">
            <a:miter lim="400000"/>
          </a:ln>
          <a:extLst>
            <a:ext uri="{C572A759-6A51-4108-AA02-DFA0A04FC94B}">
              <ma14:wrappingTextBoxFlag xmlns="" xmlns:ma14="http://schemas.microsoft.com/office/mac/drawingml/2011/main" val="1"/>
            </a:ext>
          </a:extLst>
        </p:spPr>
        <p:txBody>
          <a:bodyPr wrap="square" lIns="38100" tIns="38100" rIns="38100" bIns="38100" anchor="ctr">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defTabSz="619125" hangingPunct="0">
              <a:spcBef>
                <a:spcPts val="1800"/>
              </a:spcBef>
              <a:buSzTx/>
            </a:pPr>
            <a:r>
              <a:rPr lang="en-IN" sz="2400" dirty="0">
                <a:solidFill>
                  <a:srgbClr val="53585F"/>
                </a:solidFill>
                <a:latin typeface="Montserrat" pitchFamily="2" charset="0"/>
                <a:cs typeface="Hepta Slab" pitchFamily="2" charset="0"/>
                <a:sym typeface="Helvetica Light"/>
              </a:rPr>
              <a:t>It takes the user two clicks just to select the reason</a:t>
            </a:r>
          </a:p>
        </p:txBody>
      </p:sp>
      <p:sp>
        <p:nvSpPr>
          <p:cNvPr id="42" name="Text Placeholder 3">
            <a:extLst>
              <a:ext uri="{FF2B5EF4-FFF2-40B4-BE49-F238E27FC236}">
                <a16:creationId xmlns:a16="http://schemas.microsoft.com/office/drawing/2014/main" id="{712437F8-E6CC-4EA8-8EE5-1580AB5E966D}"/>
              </a:ext>
            </a:extLst>
          </p:cNvPr>
          <p:cNvSpPr txBox="1">
            <a:spLocks/>
          </p:cNvSpPr>
          <p:nvPr/>
        </p:nvSpPr>
        <p:spPr>
          <a:xfrm>
            <a:off x="8371912" y="6623436"/>
            <a:ext cx="5507093" cy="2446824"/>
          </a:xfrm>
          <a:prstGeom prst="rect">
            <a:avLst/>
          </a:prstGeom>
          <a:noFill/>
          <a:ln>
            <a:noFill/>
          </a:ln>
          <a:effectLst/>
          <a:extLst>
            <a:ext uri="{C572A759-6A51-4108-AA02-DFA0A04FC94B}">
              <ma14:wrappingTextBoxFlag xmlns="" xmlns:ma14="http://schemas.microsoft.com/office/mac/drawingml/2011/main" val="1"/>
            </a:ext>
          </a:extLst>
        </p:spPr>
        <p:style>
          <a:lnRef idx="1">
            <a:schemeClr val="dk1"/>
          </a:lnRef>
          <a:fillRef idx="2">
            <a:schemeClr val="dk1"/>
          </a:fillRef>
          <a:effectRef idx="1">
            <a:schemeClr val="dk1"/>
          </a:effectRef>
          <a:fontRef idx="minor">
            <a:schemeClr val="dk1"/>
          </a:fontRef>
        </p:style>
        <p:txBody>
          <a:bodyPr wrap="square" lIns="38100" tIns="38100" rIns="38100" bIns="38100" anchor="ctr">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defTabSz="619125" hangingPunct="0">
              <a:lnSpc>
                <a:spcPct val="100000"/>
              </a:lnSpc>
              <a:spcBef>
                <a:spcPts val="1800"/>
              </a:spcBef>
              <a:buSzTx/>
            </a:pPr>
            <a:r>
              <a:rPr lang="en-IN" sz="2800" b="1" dirty="0">
                <a:solidFill>
                  <a:srgbClr val="000000"/>
                </a:solidFill>
                <a:latin typeface="Hepta Slab" pitchFamily="2" charset="0"/>
                <a:cs typeface="Hepta Slab" pitchFamily="2" charset="0"/>
                <a:sym typeface="Helvetica Light"/>
              </a:rPr>
              <a:t>Behavioural Impact</a:t>
            </a:r>
          </a:p>
          <a:p>
            <a:pPr defTabSz="619125" hangingPunct="0">
              <a:lnSpc>
                <a:spcPct val="100000"/>
              </a:lnSpc>
              <a:spcBef>
                <a:spcPts val="1800"/>
              </a:spcBef>
              <a:buSzTx/>
            </a:pPr>
            <a:r>
              <a:rPr lang="en-IN" sz="2400" dirty="0">
                <a:solidFill>
                  <a:srgbClr val="53585F"/>
                </a:solidFill>
                <a:latin typeface="Montserrat" pitchFamily="2" charset="0"/>
                <a:cs typeface="Hepta Slab" pitchFamily="2" charset="0"/>
                <a:sym typeface="Helvetica Light"/>
              </a:rPr>
              <a:t>High Perceived Effort associated with residual anger, lack of transparency and loss of trust</a:t>
            </a:r>
          </a:p>
          <a:p>
            <a:pPr defTabSz="619125" hangingPunct="0">
              <a:lnSpc>
                <a:spcPct val="100000"/>
              </a:lnSpc>
              <a:spcBef>
                <a:spcPts val="1800"/>
              </a:spcBef>
              <a:buSzTx/>
            </a:pPr>
            <a:r>
              <a:rPr lang="en-IN" sz="2400" dirty="0">
                <a:solidFill>
                  <a:srgbClr val="53585F"/>
                </a:solidFill>
                <a:latin typeface="Montserrat" pitchFamily="2" charset="0"/>
                <a:cs typeface="Hepta Slab" pitchFamily="2" charset="0"/>
                <a:sym typeface="Helvetica Light"/>
              </a:rPr>
              <a:t>Absence of empathy magnified</a:t>
            </a:r>
          </a:p>
        </p:txBody>
      </p:sp>
      <p:grpSp>
        <p:nvGrpSpPr>
          <p:cNvPr id="8" name="Group 7">
            <a:extLst>
              <a:ext uri="{FF2B5EF4-FFF2-40B4-BE49-F238E27FC236}">
                <a16:creationId xmlns:a16="http://schemas.microsoft.com/office/drawing/2014/main" id="{9CCFF5FF-3C78-7D01-D70D-074E36F6D245}"/>
              </a:ext>
            </a:extLst>
          </p:cNvPr>
          <p:cNvGrpSpPr/>
          <p:nvPr/>
        </p:nvGrpSpPr>
        <p:grpSpPr>
          <a:xfrm>
            <a:off x="5623687" y="9571084"/>
            <a:ext cx="10900313" cy="478674"/>
            <a:chOff x="5647250" y="6623140"/>
            <a:chExt cx="10900313" cy="478674"/>
          </a:xfrm>
        </p:grpSpPr>
        <p:sp>
          <p:nvSpPr>
            <p:cNvPr id="13" name="Title 1">
              <a:extLst>
                <a:ext uri="{FF2B5EF4-FFF2-40B4-BE49-F238E27FC236}">
                  <a16:creationId xmlns:a16="http://schemas.microsoft.com/office/drawing/2014/main" id="{EB25BF19-53E6-7A5D-02DA-79E8701B5A41}"/>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14" name="Picture 13">
              <a:extLst>
                <a:ext uri="{FF2B5EF4-FFF2-40B4-BE49-F238E27FC236}">
                  <a16:creationId xmlns:a16="http://schemas.microsoft.com/office/drawing/2014/main" id="{830949B9-DF90-95ED-0ED8-9306E269A92B}"/>
                </a:ext>
              </a:extLst>
            </p:cNvPr>
            <p:cNvPicPr>
              <a:picLocks noChangeAspect="1"/>
            </p:cNvPicPr>
            <p:nvPr/>
          </p:nvPicPr>
          <p:blipFill rotWithShape="1">
            <a:blip r:embed="rId7">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16" name="Picture 15">
              <a:extLst>
                <a:ext uri="{FF2B5EF4-FFF2-40B4-BE49-F238E27FC236}">
                  <a16:creationId xmlns:a16="http://schemas.microsoft.com/office/drawing/2014/main" id="{430A21C9-0499-F719-ADED-0F8319C9301A}"/>
                </a:ext>
              </a:extLst>
            </p:cNvPr>
            <p:cNvPicPr>
              <a:picLocks noChangeAspect="1"/>
            </p:cNvPicPr>
            <p:nvPr/>
          </p:nvPicPr>
          <p:blipFill rotWithShape="1">
            <a:blip r:embed="rId8">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260673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9BD9A45-2718-407C-881C-9753AD68D9DA}"/>
              </a:ext>
            </a:extLst>
          </p:cNvPr>
          <p:cNvPicPr>
            <a:picLocks noChangeAspect="1"/>
          </p:cNvPicPr>
          <p:nvPr/>
        </p:nvPicPr>
        <p:blipFill rotWithShape="1">
          <a:blip r:embed="rId2"/>
          <a:srcRect r="2830"/>
          <a:stretch/>
        </p:blipFill>
        <p:spPr>
          <a:xfrm>
            <a:off x="25354" y="-43054"/>
            <a:ext cx="7552472" cy="5943600"/>
          </a:xfrm>
          <a:prstGeom prst="rect">
            <a:avLst/>
          </a:prstGeom>
        </p:spPr>
      </p:pic>
      <p:pic>
        <p:nvPicPr>
          <p:cNvPr id="8" name="Picture 7">
            <a:extLst>
              <a:ext uri="{FF2B5EF4-FFF2-40B4-BE49-F238E27FC236}">
                <a16:creationId xmlns:a16="http://schemas.microsoft.com/office/drawing/2014/main" id="{3573C329-7306-4760-8EEE-4BB637DB66C8}"/>
              </a:ext>
            </a:extLst>
          </p:cNvPr>
          <p:cNvPicPr>
            <a:picLocks noChangeAspect="1"/>
          </p:cNvPicPr>
          <p:nvPr/>
        </p:nvPicPr>
        <p:blipFill rotWithShape="1">
          <a:blip r:embed="rId3"/>
          <a:srcRect l="7870" t="16401" r="38179" b="17101"/>
          <a:stretch/>
        </p:blipFill>
        <p:spPr>
          <a:xfrm>
            <a:off x="10170115" y="498984"/>
            <a:ext cx="8100899" cy="5616624"/>
          </a:xfrm>
          <a:prstGeom prst="rect">
            <a:avLst/>
          </a:prstGeom>
        </p:spPr>
      </p:pic>
      <p:sp>
        <p:nvSpPr>
          <p:cNvPr id="9" name="TextBox 8">
            <a:extLst>
              <a:ext uri="{FF2B5EF4-FFF2-40B4-BE49-F238E27FC236}">
                <a16:creationId xmlns:a16="http://schemas.microsoft.com/office/drawing/2014/main" id="{E891D1A2-B285-4A2A-80A3-6184C158CE80}"/>
              </a:ext>
            </a:extLst>
          </p:cNvPr>
          <p:cNvSpPr txBox="1"/>
          <p:nvPr/>
        </p:nvSpPr>
        <p:spPr>
          <a:xfrm>
            <a:off x="9324000" y="6889803"/>
            <a:ext cx="6210690" cy="3031599"/>
          </a:xfrm>
          <a:prstGeom prst="rect">
            <a:avLst/>
          </a:prstGeom>
          <a:noFill/>
          <a:ln>
            <a:noFill/>
          </a:ln>
          <a:effectLst>
            <a:softEdge rad="31750"/>
          </a:effectLst>
        </p:spPr>
        <p:style>
          <a:lnRef idx="1">
            <a:schemeClr val="dk1"/>
          </a:lnRef>
          <a:fillRef idx="2">
            <a:schemeClr val="dk1"/>
          </a:fillRef>
          <a:effectRef idx="1">
            <a:schemeClr val="dk1"/>
          </a:effectRef>
          <a:fontRef idx="minor">
            <a:schemeClr val="dk1"/>
          </a:fontRef>
        </p:style>
        <p:txBody>
          <a:bodyPr rot="0" spcFirstLastPara="1" vertOverflow="overflow" horzOverflow="overflow" vert="horz" wrap="square" lIns="38100" tIns="38100" rIns="38100" bIns="38100" numCol="1" spcCol="38100" rtlCol="0" anchor="ctr">
            <a:spAutoFit/>
          </a:bodyPr>
          <a:lstStyle/>
          <a:p>
            <a:pP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Application of Goal Gradient Effect</a:t>
            </a:r>
          </a:p>
          <a:p>
            <a:pP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User input elements changed to drive better usability</a:t>
            </a:r>
          </a:p>
          <a:p>
            <a:pPr defTabSz="619125" hangingPunct="0"/>
            <a:endParaRPr lang="en-IN" sz="2400" kern="0" dirty="0">
              <a:solidFill>
                <a:srgbClr val="C82506">
                  <a:lumMod val="50000"/>
                </a:srgbClr>
              </a:solidFill>
              <a:latin typeface="Hepta Slab SemiBold" pitchFamily="2" charset="0"/>
              <a:cs typeface="Hepta Slab SemiBold" pitchFamily="2" charset="0"/>
              <a:sym typeface="Helvetica Light"/>
            </a:endParaRPr>
          </a:p>
          <a:p>
            <a:pPr defTabSz="619125" hangingPunct="0"/>
            <a:r>
              <a:rPr lang="en-IN" sz="2400" kern="0" dirty="0">
                <a:solidFill>
                  <a:srgbClr val="C82506">
                    <a:lumMod val="50000"/>
                  </a:srgbClr>
                </a:solidFill>
                <a:latin typeface="Hepta Slab SemiBold" pitchFamily="2" charset="0"/>
                <a:cs typeface="Hepta Slab SemiBold" pitchFamily="2" charset="0"/>
                <a:sym typeface="Helvetica Light"/>
              </a:rPr>
              <a:t>Principles of Visual Hierarchy implemented to bring focus to important instructions</a:t>
            </a:r>
          </a:p>
        </p:txBody>
      </p:sp>
      <p:cxnSp>
        <p:nvCxnSpPr>
          <p:cNvPr id="13" name="Straight Arrow Connector 12">
            <a:extLst>
              <a:ext uri="{FF2B5EF4-FFF2-40B4-BE49-F238E27FC236}">
                <a16:creationId xmlns:a16="http://schemas.microsoft.com/office/drawing/2014/main" id="{00B2C33C-34C4-49C1-8B55-EB139DF09DF1}"/>
              </a:ext>
            </a:extLst>
          </p:cNvPr>
          <p:cNvCxnSpPr/>
          <p:nvPr/>
        </p:nvCxnSpPr>
        <p:spPr>
          <a:xfrm>
            <a:off x="7307796" y="3307296"/>
            <a:ext cx="2646294" cy="3492762"/>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4" name="Straight Arrow Connector 13">
            <a:extLst>
              <a:ext uri="{FF2B5EF4-FFF2-40B4-BE49-F238E27FC236}">
                <a16:creationId xmlns:a16="http://schemas.microsoft.com/office/drawing/2014/main" id="{7E5FC178-C190-4F9E-B496-F061C1A7DEFC}"/>
              </a:ext>
            </a:extLst>
          </p:cNvPr>
          <p:cNvCxnSpPr>
            <a:cxnSpLocks/>
          </p:cNvCxnSpPr>
          <p:nvPr/>
        </p:nvCxnSpPr>
        <p:spPr>
          <a:xfrm>
            <a:off x="3608385" y="3715100"/>
            <a:ext cx="5535615" cy="4123183"/>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grpSp>
        <p:nvGrpSpPr>
          <p:cNvPr id="2" name="Group 1">
            <a:extLst>
              <a:ext uri="{FF2B5EF4-FFF2-40B4-BE49-F238E27FC236}">
                <a16:creationId xmlns:a16="http://schemas.microsoft.com/office/drawing/2014/main" id="{8CAD990D-F9A8-5DC5-930A-F8D9F5A58F09}"/>
              </a:ext>
            </a:extLst>
          </p:cNvPr>
          <p:cNvGrpSpPr/>
          <p:nvPr/>
        </p:nvGrpSpPr>
        <p:grpSpPr>
          <a:xfrm>
            <a:off x="324000" y="9631836"/>
            <a:ext cx="17459366" cy="478674"/>
            <a:chOff x="5647250" y="6623140"/>
            <a:chExt cx="17459366" cy="478674"/>
          </a:xfrm>
        </p:grpSpPr>
        <p:sp>
          <p:nvSpPr>
            <p:cNvPr id="3" name="Title 1">
              <a:extLst>
                <a:ext uri="{FF2B5EF4-FFF2-40B4-BE49-F238E27FC236}">
                  <a16:creationId xmlns:a16="http://schemas.microsoft.com/office/drawing/2014/main" id="{43423673-99E2-74EC-E6A8-5041489A5BAA}"/>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4" name="Picture 3">
              <a:extLst>
                <a:ext uri="{FF2B5EF4-FFF2-40B4-BE49-F238E27FC236}">
                  <a16:creationId xmlns:a16="http://schemas.microsoft.com/office/drawing/2014/main" id="{C1E8F320-5FC5-F137-EA65-1A794E30C9F3}"/>
                </a:ext>
              </a:extLst>
            </p:cNvPr>
            <p:cNvPicPr>
              <a:picLocks noChangeAspect="1"/>
            </p:cNvPicPr>
            <p:nvPr/>
          </p:nvPicPr>
          <p:blipFill rotWithShape="1">
            <a:blip r:embed="rId4">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5" name="Picture 4">
              <a:extLst>
                <a:ext uri="{FF2B5EF4-FFF2-40B4-BE49-F238E27FC236}">
                  <a16:creationId xmlns:a16="http://schemas.microsoft.com/office/drawing/2014/main" id="{7FAB7950-04F7-AE24-09A6-00AF8CCBB2C2}"/>
                </a:ext>
              </a:extLst>
            </p:cNvPr>
            <p:cNvPicPr>
              <a:picLocks noChangeAspect="1"/>
            </p:cNvPicPr>
            <p:nvPr/>
          </p:nvPicPr>
          <p:blipFill rotWithShape="1">
            <a:blip r:embed="rId5">
              <a:extLst>
                <a:ext uri="{28A0092B-C50C-407E-A947-70E740481C1C}">
                  <a14:useLocalDpi xmlns:a14="http://schemas.microsoft.com/office/drawing/2010/main" val="0"/>
                </a:ext>
              </a:extLst>
            </a:blip>
            <a:srcRect l="14797" t="36048" r="14797" b="34013"/>
            <a:stretch/>
          </p:blipFill>
          <p:spPr>
            <a:xfrm>
              <a:off x="21406867" y="6731854"/>
              <a:ext cx="1699749" cy="361704"/>
            </a:xfrm>
            <a:prstGeom prst="rect">
              <a:avLst/>
            </a:prstGeom>
          </p:spPr>
        </p:pic>
      </p:grpSp>
    </p:spTree>
    <p:extLst>
      <p:ext uri="{BB962C8B-B14F-4D97-AF65-F5344CB8AC3E}">
        <p14:creationId xmlns:p14="http://schemas.microsoft.com/office/powerpoint/2010/main" val="3542356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574E04-A660-4A0C-8C51-6567564F34EB}"/>
              </a:ext>
            </a:extLst>
          </p:cNvPr>
          <p:cNvPicPr>
            <a:picLocks noChangeAspect="1"/>
          </p:cNvPicPr>
          <p:nvPr/>
        </p:nvPicPr>
        <p:blipFill rotWithShape="1">
          <a:blip r:embed="rId3"/>
          <a:srcRect l="1176" t="6000" b="2400"/>
          <a:stretch/>
        </p:blipFill>
        <p:spPr>
          <a:xfrm>
            <a:off x="16986" y="390972"/>
            <a:ext cx="9488290" cy="4946969"/>
          </a:xfrm>
          <a:prstGeom prst="rect">
            <a:avLst/>
          </a:prstGeom>
          <a:ln>
            <a:solidFill>
              <a:schemeClr val="tx1"/>
            </a:solidFill>
          </a:ln>
        </p:spPr>
      </p:pic>
      <p:pic>
        <p:nvPicPr>
          <p:cNvPr id="4" name="Picture 3">
            <a:extLst>
              <a:ext uri="{FF2B5EF4-FFF2-40B4-BE49-F238E27FC236}">
                <a16:creationId xmlns:a16="http://schemas.microsoft.com/office/drawing/2014/main" id="{5F4A5F2F-8CF3-4BEE-822F-1FF47BC78822}"/>
              </a:ext>
            </a:extLst>
          </p:cNvPr>
          <p:cNvPicPr>
            <a:picLocks noChangeAspect="1"/>
          </p:cNvPicPr>
          <p:nvPr/>
        </p:nvPicPr>
        <p:blipFill rotWithShape="1">
          <a:blip r:embed="rId4"/>
          <a:srcRect l="4326" t="3101" b="8814"/>
          <a:stretch/>
        </p:blipFill>
        <p:spPr>
          <a:xfrm>
            <a:off x="8759266" y="4370997"/>
            <a:ext cx="9185852" cy="4757208"/>
          </a:xfrm>
          <a:prstGeom prst="rect">
            <a:avLst/>
          </a:prstGeom>
          <a:ln>
            <a:solidFill>
              <a:schemeClr val="tx1"/>
            </a:solidFill>
          </a:ln>
        </p:spPr>
      </p:pic>
      <p:sp>
        <p:nvSpPr>
          <p:cNvPr id="8" name="Rectangle 7">
            <a:extLst>
              <a:ext uri="{FF2B5EF4-FFF2-40B4-BE49-F238E27FC236}">
                <a16:creationId xmlns:a16="http://schemas.microsoft.com/office/drawing/2014/main" id="{1A68BF76-C2F2-4AA7-8F14-D558E89A35F8}"/>
              </a:ext>
            </a:extLst>
          </p:cNvPr>
          <p:cNvSpPr/>
          <p:nvPr/>
        </p:nvSpPr>
        <p:spPr>
          <a:xfrm>
            <a:off x="10752465" y="248566"/>
            <a:ext cx="7249100" cy="646331"/>
          </a:xfrm>
          <a:prstGeom prst="rect">
            <a:avLst/>
          </a:prstGeom>
        </p:spPr>
        <p:txBody>
          <a:bodyPr wrap="none">
            <a:spAutoFit/>
          </a:bodyPr>
          <a:lstStyle/>
          <a:p>
            <a:pPr algn="ctr" defTabSz="619125" hangingPunct="0"/>
            <a:r>
              <a:rPr lang="en-IN" sz="3600" kern="0" dirty="0">
                <a:solidFill>
                  <a:srgbClr val="3C2372"/>
                </a:solidFill>
                <a:latin typeface="Hepta Slab SemiBold" pitchFamily="2" charset="0"/>
                <a:cs typeface="Hepta Slab SemiBold" pitchFamily="2" charset="0"/>
                <a:sym typeface="Helvetica Light"/>
              </a:rPr>
              <a:t>JUMP PROCESS REDESIGN</a:t>
            </a:r>
          </a:p>
        </p:txBody>
      </p:sp>
      <p:sp>
        <p:nvSpPr>
          <p:cNvPr id="9" name="Rectangle 8">
            <a:extLst>
              <a:ext uri="{FF2B5EF4-FFF2-40B4-BE49-F238E27FC236}">
                <a16:creationId xmlns:a16="http://schemas.microsoft.com/office/drawing/2014/main" id="{102DAB4A-ABC1-49D9-ACFE-00A27ADA3283}"/>
              </a:ext>
            </a:extLst>
          </p:cNvPr>
          <p:cNvSpPr/>
          <p:nvPr/>
        </p:nvSpPr>
        <p:spPr>
          <a:xfrm>
            <a:off x="9706462" y="2027280"/>
            <a:ext cx="1311576" cy="461665"/>
          </a:xfrm>
          <a:prstGeom prst="rect">
            <a:avLst/>
          </a:prstGeom>
        </p:spPr>
        <p:txBody>
          <a:bodyPr wrap="none">
            <a:spAutoFit/>
          </a:bodyPr>
          <a:lstStyle/>
          <a:p>
            <a:pPr algn="ctr" defTabSz="619125" hangingPunct="0"/>
            <a:r>
              <a:rPr lang="en-IN" sz="2400" b="1" kern="0" dirty="0">
                <a:solidFill>
                  <a:srgbClr val="3C2372"/>
                </a:solidFill>
                <a:latin typeface="Hepta Slab SemiBold" pitchFamily="2" charset="0"/>
                <a:cs typeface="Hepta Slab SemiBold" pitchFamily="2" charset="0"/>
                <a:sym typeface="Helvetica Light"/>
              </a:rPr>
              <a:t>Before</a:t>
            </a:r>
          </a:p>
        </p:txBody>
      </p:sp>
      <p:sp>
        <p:nvSpPr>
          <p:cNvPr id="10" name="Rectangle 9">
            <a:extLst>
              <a:ext uri="{FF2B5EF4-FFF2-40B4-BE49-F238E27FC236}">
                <a16:creationId xmlns:a16="http://schemas.microsoft.com/office/drawing/2014/main" id="{719D3F26-655F-4A98-8AB0-FF753B96AA01}"/>
              </a:ext>
            </a:extLst>
          </p:cNvPr>
          <p:cNvSpPr/>
          <p:nvPr/>
        </p:nvSpPr>
        <p:spPr>
          <a:xfrm>
            <a:off x="6813542" y="6385638"/>
            <a:ext cx="1063112" cy="461665"/>
          </a:xfrm>
          <a:prstGeom prst="rect">
            <a:avLst/>
          </a:prstGeom>
        </p:spPr>
        <p:txBody>
          <a:bodyPr wrap="none">
            <a:spAutoFit/>
          </a:bodyPr>
          <a:lstStyle/>
          <a:p>
            <a:pPr algn="ctr" defTabSz="619125" hangingPunct="0"/>
            <a:r>
              <a:rPr lang="en-IN" sz="2400" b="1" kern="0" dirty="0">
                <a:solidFill>
                  <a:srgbClr val="3C2372"/>
                </a:solidFill>
                <a:latin typeface="Hepta Slab SemiBold" pitchFamily="2" charset="0"/>
                <a:cs typeface="Hepta Slab SemiBold" pitchFamily="2" charset="0"/>
                <a:sym typeface="Helvetica Light"/>
              </a:rPr>
              <a:t>After</a:t>
            </a:r>
          </a:p>
        </p:txBody>
      </p:sp>
      <p:pic>
        <p:nvPicPr>
          <p:cNvPr id="12" name="Graphic 11" descr="Right pointing backhand index">
            <a:extLst>
              <a:ext uri="{FF2B5EF4-FFF2-40B4-BE49-F238E27FC236}">
                <a16:creationId xmlns:a16="http://schemas.microsoft.com/office/drawing/2014/main" id="{CB81CF31-69D9-4FB4-A9A5-C1615CF31A3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55868" y="6331632"/>
            <a:ext cx="685800" cy="685800"/>
          </a:xfrm>
          <a:prstGeom prst="rect">
            <a:avLst/>
          </a:prstGeom>
        </p:spPr>
      </p:pic>
      <p:pic>
        <p:nvPicPr>
          <p:cNvPr id="13" name="Graphic 12" descr="Right pointing backhand index">
            <a:extLst>
              <a:ext uri="{FF2B5EF4-FFF2-40B4-BE49-F238E27FC236}">
                <a16:creationId xmlns:a16="http://schemas.microsoft.com/office/drawing/2014/main" id="{7D0D4607-9D18-41AC-87C1-C0B54B05ED3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9001153" y="1972920"/>
            <a:ext cx="685800" cy="685800"/>
          </a:xfrm>
          <a:prstGeom prst="rect">
            <a:avLst/>
          </a:prstGeom>
        </p:spPr>
      </p:pic>
      <p:sp>
        <p:nvSpPr>
          <p:cNvPr id="14" name="Rectangle 13">
            <a:extLst>
              <a:ext uri="{FF2B5EF4-FFF2-40B4-BE49-F238E27FC236}">
                <a16:creationId xmlns:a16="http://schemas.microsoft.com/office/drawing/2014/main" id="{C3D0A909-D145-476B-942B-145EB07059C8}"/>
              </a:ext>
            </a:extLst>
          </p:cNvPr>
          <p:cNvSpPr/>
          <p:nvPr/>
        </p:nvSpPr>
        <p:spPr>
          <a:xfrm>
            <a:off x="9652224" y="2478709"/>
            <a:ext cx="3650239" cy="1200329"/>
          </a:xfrm>
          <a:prstGeom prst="rect">
            <a:avLst/>
          </a:prstGeom>
        </p:spPr>
        <p:txBody>
          <a:bodyPr wrap="square">
            <a:spAutoFit/>
          </a:bodyPr>
          <a:lstStyle/>
          <a:p>
            <a:pPr defTabSz="619125" hangingPunct="0"/>
            <a:r>
              <a:rPr lang="en-IN" sz="2400" i="1" kern="0" dirty="0">
                <a:solidFill>
                  <a:srgbClr val="000000"/>
                </a:solidFill>
                <a:latin typeface="Hepta Slab SemiBold" pitchFamily="2" charset="0"/>
                <a:cs typeface="Hepta Slab SemiBold" pitchFamily="2" charset="0"/>
                <a:sym typeface="Helvetica Light"/>
              </a:rPr>
              <a:t>Tedious</a:t>
            </a:r>
          </a:p>
          <a:p>
            <a:pPr defTabSz="619125" hangingPunct="0"/>
            <a:r>
              <a:rPr lang="en-IN" sz="2400" i="1" kern="0" dirty="0">
                <a:solidFill>
                  <a:srgbClr val="000000"/>
                </a:solidFill>
                <a:latin typeface="Hepta Slab SemiBold" pitchFamily="2" charset="0"/>
                <a:cs typeface="Hepta Slab SemiBold" pitchFamily="2" charset="0"/>
                <a:sym typeface="Helvetica Light"/>
              </a:rPr>
              <a:t>Complex</a:t>
            </a:r>
          </a:p>
          <a:p>
            <a:pPr defTabSz="619125" hangingPunct="0"/>
            <a:r>
              <a:rPr lang="en-IN" sz="2400" i="1" kern="0" dirty="0">
                <a:solidFill>
                  <a:srgbClr val="000000"/>
                </a:solidFill>
                <a:latin typeface="Hepta Slab SemiBold" pitchFamily="2" charset="0"/>
                <a:cs typeface="Hepta Slab SemiBold" pitchFamily="2" charset="0"/>
                <a:sym typeface="Helvetica Light"/>
              </a:rPr>
              <a:t>Time consuming</a:t>
            </a:r>
          </a:p>
        </p:txBody>
      </p:sp>
      <p:sp>
        <p:nvSpPr>
          <p:cNvPr id="15" name="Rectangle 14">
            <a:extLst>
              <a:ext uri="{FF2B5EF4-FFF2-40B4-BE49-F238E27FC236}">
                <a16:creationId xmlns:a16="http://schemas.microsoft.com/office/drawing/2014/main" id="{7DFE472F-8F81-435C-A912-0F5EBAF21F04}"/>
              </a:ext>
            </a:extLst>
          </p:cNvPr>
          <p:cNvSpPr/>
          <p:nvPr/>
        </p:nvSpPr>
        <p:spPr>
          <a:xfrm>
            <a:off x="6816549" y="7064539"/>
            <a:ext cx="3650239" cy="830997"/>
          </a:xfrm>
          <a:prstGeom prst="rect">
            <a:avLst/>
          </a:prstGeom>
        </p:spPr>
        <p:txBody>
          <a:bodyPr wrap="square">
            <a:spAutoFit/>
          </a:bodyPr>
          <a:lstStyle/>
          <a:p>
            <a:pPr defTabSz="619125" hangingPunct="0"/>
            <a:r>
              <a:rPr lang="en-IN" sz="2400" i="1" kern="0" dirty="0">
                <a:solidFill>
                  <a:srgbClr val="000000"/>
                </a:solidFill>
                <a:latin typeface="Hepta Slab SemiBold" pitchFamily="2" charset="0"/>
                <a:cs typeface="Hepta Slab SemiBold" pitchFamily="2" charset="0"/>
                <a:sym typeface="Helvetica Light"/>
              </a:rPr>
              <a:t>Quick</a:t>
            </a:r>
          </a:p>
          <a:p>
            <a:pPr defTabSz="619125" hangingPunct="0"/>
            <a:r>
              <a:rPr lang="en-IN" sz="2400" i="1" kern="0" dirty="0">
                <a:solidFill>
                  <a:srgbClr val="000000"/>
                </a:solidFill>
                <a:latin typeface="Hepta Slab SemiBold" pitchFamily="2" charset="0"/>
                <a:cs typeface="Hepta Slab SemiBold" pitchFamily="2" charset="0"/>
                <a:sym typeface="Helvetica Light"/>
              </a:rPr>
              <a:t>Simple</a:t>
            </a:r>
          </a:p>
        </p:txBody>
      </p:sp>
      <p:sp>
        <p:nvSpPr>
          <p:cNvPr id="16" name="Text Placeholder 3">
            <a:extLst>
              <a:ext uri="{FF2B5EF4-FFF2-40B4-BE49-F238E27FC236}">
                <a16:creationId xmlns:a16="http://schemas.microsoft.com/office/drawing/2014/main" id="{1745DC40-2DD9-4850-BB4B-9E7B1BF9F233}"/>
              </a:ext>
            </a:extLst>
          </p:cNvPr>
          <p:cNvSpPr txBox="1">
            <a:spLocks/>
          </p:cNvSpPr>
          <p:nvPr/>
        </p:nvSpPr>
        <p:spPr>
          <a:xfrm>
            <a:off x="338420" y="6412325"/>
            <a:ext cx="5163259" cy="2828467"/>
          </a:xfrm>
          <a:prstGeom prst="rect">
            <a:avLst/>
          </a:prstGeom>
          <a:solidFill>
            <a:srgbClr val="C7E4F4"/>
          </a:solidFill>
          <a:ln w="12700">
            <a:miter lim="400000"/>
          </a:ln>
          <a:extLst>
            <a:ext uri="{C572A759-6A51-4108-AA02-DFA0A04FC94B}">
              <ma14:wrappingTextBoxFlag xmlns="" xmlns:ma14="http://schemas.microsoft.com/office/mac/drawingml/2011/main" val="1"/>
            </a:ext>
          </a:extLst>
        </p:spPr>
        <p:txBody>
          <a:bodyPr wrap="square" lIns="38100" tIns="38100" rIns="38100" bIns="38100" anchor="t">
            <a:spAutoFit/>
          </a:bodyPr>
          <a:lstStyle>
            <a:lvl1pPr marL="0" marR="0" indent="0" algn="l" defTabSz="825500" latinLnBrk="0">
              <a:lnSpc>
                <a:spcPct val="120000"/>
              </a:lnSpc>
              <a:spcBef>
                <a:spcPts val="1429"/>
              </a:spcBef>
              <a:spcAft>
                <a:spcPts val="0"/>
              </a:spcAft>
              <a:buClrTx/>
              <a:buSzPct val="75000"/>
              <a:buFontTx/>
              <a:buNone/>
              <a:tabLst/>
              <a:defRPr sz="3300" b="0" i="0" u="none" strike="noStrike" cap="none" spc="0" baseline="0">
                <a:ln>
                  <a:noFill/>
                </a:ln>
                <a:solidFill>
                  <a:srgbClr val="5E5E5E"/>
                </a:solidFill>
                <a:uFillTx/>
                <a:latin typeface="+mn-lt"/>
                <a:ea typeface="+mn-ea"/>
                <a:cs typeface="+mn-cs"/>
                <a:sym typeface="Helvetica"/>
              </a:defRPr>
            </a:lvl1pPr>
            <a:lvl2pPr marL="1088547" marR="0" indent="0" algn="l" defTabSz="825500" latinLnBrk="0">
              <a:lnSpc>
                <a:spcPct val="120000"/>
              </a:lnSpc>
              <a:spcBef>
                <a:spcPts val="5200"/>
              </a:spcBef>
              <a:spcAft>
                <a:spcPts val="0"/>
              </a:spcAft>
              <a:buClrTx/>
              <a:buSzPct val="75000"/>
              <a:buFontTx/>
              <a:buNone/>
              <a:tabLst/>
              <a:defRPr sz="2900" b="0" i="0" u="none" strike="noStrike" cap="none" spc="0" baseline="0">
                <a:ln>
                  <a:noFill/>
                </a:ln>
                <a:solidFill>
                  <a:srgbClr val="5E5E5E"/>
                </a:solidFill>
                <a:uFillTx/>
                <a:latin typeface="+mn-lt"/>
                <a:ea typeface="+mn-ea"/>
                <a:cs typeface="+mn-cs"/>
                <a:sym typeface="Helvetica"/>
              </a:defRPr>
            </a:lvl2pPr>
            <a:lvl3pPr marL="2177095" marR="0" indent="0" algn="l" defTabSz="825500" latinLnBrk="0">
              <a:lnSpc>
                <a:spcPct val="120000"/>
              </a:lnSpc>
              <a:spcBef>
                <a:spcPts val="5200"/>
              </a:spcBef>
              <a:spcAft>
                <a:spcPts val="0"/>
              </a:spcAft>
              <a:buClrTx/>
              <a:buSzPct val="75000"/>
              <a:buFontTx/>
              <a:buNone/>
              <a:tabLst/>
              <a:defRPr sz="2400" b="0" i="0" u="none" strike="noStrike" cap="none" spc="0" baseline="0">
                <a:ln>
                  <a:noFill/>
                </a:ln>
                <a:solidFill>
                  <a:srgbClr val="5E5E5E"/>
                </a:solidFill>
                <a:uFillTx/>
                <a:latin typeface="+mn-lt"/>
                <a:ea typeface="+mn-ea"/>
                <a:cs typeface="+mn-cs"/>
                <a:sym typeface="Helvetica"/>
              </a:defRPr>
            </a:lvl3pPr>
            <a:lvl4pPr marL="326564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4pPr>
            <a:lvl5pPr marL="435419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5pPr>
            <a:lvl6pPr marL="5442737"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6pPr>
            <a:lvl7pPr marL="6531285"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7pPr>
            <a:lvl8pPr marL="7619832"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8pPr>
            <a:lvl9pPr marL="8708380" marR="0" indent="0" algn="l" defTabSz="825500" latinLnBrk="0">
              <a:lnSpc>
                <a:spcPct val="120000"/>
              </a:lnSpc>
              <a:spcBef>
                <a:spcPts val="5200"/>
              </a:spcBef>
              <a:spcAft>
                <a:spcPts val="0"/>
              </a:spcAft>
              <a:buClrTx/>
              <a:buSzPct val="75000"/>
              <a:buFontTx/>
              <a:buNone/>
              <a:tabLst/>
              <a:defRPr sz="2100" b="0" i="0" u="none" strike="noStrike" cap="none" spc="0" baseline="0">
                <a:ln>
                  <a:noFill/>
                </a:ln>
                <a:solidFill>
                  <a:srgbClr val="5E5E5E"/>
                </a:solidFill>
                <a:uFillTx/>
                <a:latin typeface="+mn-lt"/>
                <a:ea typeface="+mn-ea"/>
                <a:cs typeface="+mn-cs"/>
                <a:sym typeface="Helvetica"/>
              </a:defRPr>
            </a:lvl9pPr>
          </a:lstStyle>
          <a:p>
            <a:pPr algn="just" defTabSz="619125" hangingPunct="0">
              <a:spcBef>
                <a:spcPts val="1800"/>
              </a:spcBef>
              <a:buSzTx/>
            </a:pPr>
            <a:r>
              <a:rPr lang="en-IN" sz="2400" b="1" kern="0" spc="225" dirty="0">
                <a:solidFill>
                  <a:srgbClr val="814A17"/>
                </a:solidFill>
                <a:latin typeface="Hepta Slab SemiBold" pitchFamily="2" charset="0"/>
                <a:cs typeface="Hepta Slab SemiBold" pitchFamily="2" charset="0"/>
                <a:sym typeface="Helvetica Light"/>
              </a:rPr>
              <a:t>Behavioural Impact</a:t>
            </a:r>
          </a:p>
          <a:p>
            <a:pPr defTabSz="619125" hangingPunct="0">
              <a:lnSpc>
                <a:spcPct val="100000"/>
              </a:lnSpc>
              <a:spcBef>
                <a:spcPts val="1800"/>
              </a:spcBef>
              <a:buSzTx/>
            </a:pPr>
            <a:r>
              <a:rPr lang="en-IN" sz="2400" dirty="0">
                <a:solidFill>
                  <a:srgbClr val="53585F"/>
                </a:solidFill>
                <a:latin typeface="Montserrat" pitchFamily="2" charset="0"/>
                <a:cs typeface="Hepta Slab" pitchFamily="2" charset="0"/>
                <a:sym typeface="Helvetica Light"/>
              </a:rPr>
              <a:t>Reduction in Cognitive Effort, Temporal Effort and Perceived Effort</a:t>
            </a:r>
          </a:p>
          <a:p>
            <a:pPr defTabSz="619125" hangingPunct="0">
              <a:lnSpc>
                <a:spcPct val="100000"/>
              </a:lnSpc>
              <a:spcBef>
                <a:spcPts val="1800"/>
              </a:spcBef>
              <a:buSzTx/>
            </a:pPr>
            <a:r>
              <a:rPr lang="en-IN" sz="2400" dirty="0">
                <a:solidFill>
                  <a:srgbClr val="53585F"/>
                </a:solidFill>
                <a:latin typeface="Montserrat" pitchFamily="2" charset="0"/>
                <a:cs typeface="Hepta Slab" pitchFamily="2" charset="0"/>
                <a:sym typeface="Helvetica Light"/>
              </a:rPr>
              <a:t>Enhances perception of transparency and trust</a:t>
            </a:r>
          </a:p>
        </p:txBody>
      </p:sp>
      <p:grpSp>
        <p:nvGrpSpPr>
          <p:cNvPr id="2" name="Group 1">
            <a:extLst>
              <a:ext uri="{FF2B5EF4-FFF2-40B4-BE49-F238E27FC236}">
                <a16:creationId xmlns:a16="http://schemas.microsoft.com/office/drawing/2014/main" id="{BC7309AA-50CB-797A-F331-E850535277E5}"/>
              </a:ext>
            </a:extLst>
          </p:cNvPr>
          <p:cNvGrpSpPr/>
          <p:nvPr/>
        </p:nvGrpSpPr>
        <p:grpSpPr>
          <a:xfrm>
            <a:off x="5623687" y="9571084"/>
            <a:ext cx="10900313" cy="478674"/>
            <a:chOff x="5647250" y="6623140"/>
            <a:chExt cx="10900313" cy="478674"/>
          </a:xfrm>
        </p:grpSpPr>
        <p:sp>
          <p:nvSpPr>
            <p:cNvPr id="5" name="Title 1">
              <a:extLst>
                <a:ext uri="{FF2B5EF4-FFF2-40B4-BE49-F238E27FC236}">
                  <a16:creationId xmlns:a16="http://schemas.microsoft.com/office/drawing/2014/main" id="{574738AB-EFB2-8A3E-DF7D-62DD8C1B9F43}"/>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6" name="Picture 5">
              <a:extLst>
                <a:ext uri="{FF2B5EF4-FFF2-40B4-BE49-F238E27FC236}">
                  <a16:creationId xmlns:a16="http://schemas.microsoft.com/office/drawing/2014/main" id="{E73C2EAE-B795-B492-440F-313C178D099A}"/>
                </a:ext>
              </a:extLst>
            </p:cNvPr>
            <p:cNvPicPr>
              <a:picLocks noChangeAspect="1"/>
            </p:cNvPicPr>
            <p:nvPr/>
          </p:nvPicPr>
          <p:blipFill rotWithShape="1">
            <a:blip r:embed="rId7">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7" name="Picture 6">
              <a:extLst>
                <a:ext uri="{FF2B5EF4-FFF2-40B4-BE49-F238E27FC236}">
                  <a16:creationId xmlns:a16="http://schemas.microsoft.com/office/drawing/2014/main" id="{0E1E0448-76B8-1348-D70A-F49942A43216}"/>
                </a:ext>
              </a:extLst>
            </p:cNvPr>
            <p:cNvPicPr>
              <a:picLocks noChangeAspect="1"/>
            </p:cNvPicPr>
            <p:nvPr/>
          </p:nvPicPr>
          <p:blipFill rotWithShape="1">
            <a:blip r:embed="rId8">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1293544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DE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4482F-1768-0708-5E75-3F20FF7A321A}"/>
              </a:ext>
            </a:extLst>
          </p:cNvPr>
          <p:cNvPicPr>
            <a:picLocks noChangeAspect="1"/>
          </p:cNvPicPr>
          <p:nvPr/>
        </p:nvPicPr>
        <p:blipFill rotWithShape="1">
          <a:blip r:embed="rId2">
            <a:extLst>
              <a:ext uri="{28A0092B-C50C-407E-A947-70E740481C1C}">
                <a14:useLocalDpi xmlns:a14="http://schemas.microsoft.com/office/drawing/2010/main" val="0"/>
              </a:ext>
            </a:extLst>
          </a:blip>
          <a:srcRect l="11083"/>
          <a:stretch/>
        </p:blipFill>
        <p:spPr>
          <a:xfrm>
            <a:off x="0" y="-76500"/>
            <a:ext cx="4889001" cy="10363500"/>
          </a:xfrm>
          <a:prstGeom prst="rect">
            <a:avLst/>
          </a:prstGeom>
        </p:spPr>
      </p:pic>
      <p:sp>
        <p:nvSpPr>
          <p:cNvPr id="27" name="Object6">
            <a:extLst>
              <a:ext uri="{FF2B5EF4-FFF2-40B4-BE49-F238E27FC236}">
                <a16:creationId xmlns:a16="http://schemas.microsoft.com/office/drawing/2014/main" id="{9586A94B-61E5-D4FE-AF7D-AFC9F553AEE9}"/>
              </a:ext>
            </a:extLst>
          </p:cNvPr>
          <p:cNvSpPr/>
          <p:nvPr/>
        </p:nvSpPr>
        <p:spPr>
          <a:xfrm>
            <a:off x="510472" y="2353500"/>
            <a:ext cx="2869757" cy="639000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75000"/>
                  </a:schemeClr>
                </a:solidFill>
                <a:effectLst/>
                <a:uLnTx/>
                <a:uFillTx/>
                <a:latin typeface="Montserrat SemiBold" pitchFamily="2" charset="0"/>
                <a:ea typeface="Montserrat ExtraBold" pitchFamily="34" charset="-122"/>
                <a:cs typeface="Montserrat ExtraBold" pitchFamily="34" charset="-120"/>
              </a:rPr>
              <a:t>Client Background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lumMod val="75000"/>
                </a:prstClr>
              </a:solidFill>
              <a:effectLst/>
              <a:uLnTx/>
              <a:uFillTx/>
              <a:latin typeface="Montserrat SemiBold"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75000"/>
                  </a:schemeClr>
                </a:solidFill>
                <a:effectLst/>
                <a:uLnTx/>
                <a:uFillTx/>
                <a:latin typeface="Montserrat SemiBold" pitchFamily="2" charset="0"/>
                <a:ea typeface="+mn-ea"/>
                <a:cs typeface="+mn-cs"/>
              </a:rPr>
              <a:t>Objective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2000" dirty="0">
              <a:solidFill>
                <a:schemeClr val="bg1">
                  <a:lumMod val="75000"/>
                </a:schemeClr>
              </a:solidFill>
              <a:latin typeface="Montserrat SemiBold" pitchFamily="2"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75000"/>
                  </a:schemeClr>
                </a:solidFill>
                <a:effectLst/>
                <a:uLnTx/>
                <a:uFillTx/>
                <a:latin typeface="Montserrat SemiBold" pitchFamily="2" charset="0"/>
                <a:ea typeface="+mn-ea"/>
                <a:cs typeface="+mn-cs"/>
              </a:rPr>
              <a:t>Approach</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lumMod val="75000"/>
                </a:prstClr>
              </a:solidFill>
              <a:effectLst/>
              <a:uLnTx/>
              <a:uFillTx/>
              <a:latin typeface="Montserrat SemiBold"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75000"/>
                  </a:prstClr>
                </a:solidFill>
                <a:effectLst/>
                <a:uLnTx/>
                <a:uFillTx/>
                <a:latin typeface="Montserrat SemiBold" pitchFamily="2" charset="0"/>
                <a:ea typeface="+mn-ea"/>
                <a:cs typeface="+mn-cs"/>
              </a:rPr>
              <a:t>Why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bg1">
                  <a:lumMod val="75000"/>
                </a:schemeClr>
              </a:solidFill>
              <a:effectLst/>
              <a:uLnTx/>
              <a:uFillTx/>
              <a:latin typeface="Montserrat SemiBold"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lumMod val="75000"/>
                  </a:schemeClr>
                </a:solidFill>
                <a:effectLst/>
                <a:uLnTx/>
                <a:uFillTx/>
                <a:latin typeface="Montserrat SemiBold" pitchFamily="2" charset="0"/>
                <a:ea typeface="+mn-ea"/>
                <a:cs typeface="+mn-cs"/>
              </a:rPr>
              <a:t>Solutions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lumMod val="75000"/>
                </a:prstClr>
              </a:solidFill>
              <a:effectLst/>
              <a:uLnTx/>
              <a:uFillTx/>
              <a:latin typeface="Montserrat SemiBold"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uLnTx/>
                <a:uFillTx/>
                <a:latin typeface="Montserrat SemiBold" pitchFamily="2" charset="0"/>
                <a:ea typeface="+mn-ea"/>
                <a:cs typeface="+mn-cs"/>
              </a:rPr>
              <a:t>Business Outcomes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lumMod val="75000"/>
                </a:prstClr>
              </a:solidFill>
              <a:effectLst/>
              <a:uLnTx/>
              <a:uFillTx/>
              <a:latin typeface="Montserrat SemiBold" pitchFamily="2" charset="0"/>
              <a:ea typeface="+mn-ea"/>
              <a:cs typeface="+mn-cs"/>
            </a:endParaRPr>
          </a:p>
        </p:txBody>
      </p:sp>
      <p:sp>
        <p:nvSpPr>
          <p:cNvPr id="15" name="Object4">
            <a:extLst>
              <a:ext uri="{FF2B5EF4-FFF2-40B4-BE49-F238E27FC236}">
                <a16:creationId xmlns:a16="http://schemas.microsoft.com/office/drawing/2014/main" id="{905BF8BE-E126-A81E-05B2-03B371733F08}"/>
              </a:ext>
            </a:extLst>
          </p:cNvPr>
          <p:cNvSpPr/>
          <p:nvPr/>
        </p:nvSpPr>
        <p:spPr>
          <a:xfrm>
            <a:off x="5535912" y="3841703"/>
            <a:ext cx="12241616" cy="4320000"/>
          </a:xfrm>
          <a:prstGeom prst="rect">
            <a:avLst/>
          </a:prstGeom>
          <a:noFill/>
          <a:ln/>
        </p:spPr>
        <p:txBody>
          <a:bodyPr wrap="square" lIns="0" tIns="0" rIns="0" bIns="0" rtlCol="0" anchor="t"/>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Noto Emoji" panose="05020103010202020202" pitchFamily="18" charset="0"/>
                <a:ea typeface="Noto Emoji" panose="05020103010202020202" pitchFamily="18" charset="0"/>
                <a:cs typeface="Hepta Slab Regular" pitchFamily="2" charset="0"/>
              </a:rPr>
              <a:t>⬆</a:t>
            </a:r>
            <a:r>
              <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rPr>
              <a:t>Higher Digital Adoption</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Noto Emoji" panose="05020103010202020202" pitchFamily="18" charset="0"/>
                <a:ea typeface="Noto Emoji" panose="05020103010202020202" pitchFamily="18" charset="0"/>
                <a:cs typeface="Hepta Slab Regular" pitchFamily="2" charset="0"/>
              </a:rPr>
              <a:t>⬆</a:t>
            </a:r>
            <a:r>
              <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rPr>
              <a:t>Reduction In Cost to Serve</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Noto Emoji" panose="05020103010202020202" pitchFamily="18" charset="0"/>
                <a:ea typeface="Noto Emoji" panose="05020103010202020202" pitchFamily="18" charset="0"/>
                <a:cs typeface="Hepta Slab Regular" pitchFamily="2" charset="0"/>
              </a:rPr>
              <a:t>⬇</a:t>
            </a:r>
            <a:r>
              <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rPr>
              <a:t>Improvement In Customer Retention</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Noto Emoji" panose="05020103010202020202" pitchFamily="18" charset="0"/>
                <a:ea typeface="Noto Emoji" panose="05020103010202020202" pitchFamily="18" charset="0"/>
                <a:cs typeface="Hepta Slab Regular" pitchFamily="2" charset="0"/>
              </a:rPr>
              <a:t>⬇</a:t>
            </a:r>
            <a:r>
              <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rPr>
              <a:t>Improvement In Customer Experience Index</a:t>
            </a:r>
          </a:p>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7030A0"/>
                </a:solidFill>
                <a:effectLst/>
                <a:uLnTx/>
                <a:uFillTx/>
                <a:latin typeface="Noto Emoji" panose="05020103010202020202" pitchFamily="18" charset="0"/>
                <a:ea typeface="Noto Emoji" panose="05020103010202020202" pitchFamily="18" charset="0"/>
                <a:cs typeface="Hepta Slab Regular" pitchFamily="2" charset="0"/>
              </a:rPr>
              <a:t>⬇</a:t>
            </a:r>
            <a:r>
              <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rPr>
              <a:t>Improvement In NPS</a:t>
            </a: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endParaRPr>
          </a:p>
          <a:p>
            <a:pPr marL="0" marR="0" lvl="0" indent="0" algn="l" defTabSz="457200" rtl="0" eaLnBrk="1" fontAlgn="auto" latinLnBrk="0" hangingPunct="1">
              <a:lnSpc>
                <a:spcPct val="2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191919"/>
              </a:solidFill>
              <a:effectLst/>
              <a:uLnTx/>
              <a:uFillTx/>
              <a:latin typeface="Hepta Slab Regular" pitchFamily="2" charset="0"/>
              <a:ea typeface="+mn-ea"/>
              <a:cs typeface="Hepta Slab Regular" pitchFamily="2" charset="0"/>
            </a:endParaRPr>
          </a:p>
        </p:txBody>
      </p:sp>
      <p:pic>
        <p:nvPicPr>
          <p:cNvPr id="4" name="Picture 3">
            <a:extLst>
              <a:ext uri="{FF2B5EF4-FFF2-40B4-BE49-F238E27FC236}">
                <a16:creationId xmlns:a16="http://schemas.microsoft.com/office/drawing/2014/main" id="{0EF26FDB-CE8B-1D2B-E3A3-91334D8D63DB}"/>
              </a:ext>
            </a:extLst>
          </p:cNvPr>
          <p:cNvPicPr>
            <a:picLocks noChangeAspect="1"/>
          </p:cNvPicPr>
          <p:nvPr/>
        </p:nvPicPr>
        <p:blipFill rotWithShape="1">
          <a:blip r:embed="rId3">
            <a:extLst>
              <a:ext uri="{28A0092B-C50C-407E-A947-70E740481C1C}">
                <a14:useLocalDpi xmlns:a14="http://schemas.microsoft.com/office/drawing/2010/main" val="0"/>
              </a:ext>
            </a:extLst>
          </a:blip>
          <a:srcRect t="19165" r="1717" b="24319"/>
          <a:stretch/>
        </p:blipFill>
        <p:spPr>
          <a:xfrm>
            <a:off x="5399473" y="312504"/>
            <a:ext cx="4284527" cy="2463701"/>
          </a:xfrm>
          <a:prstGeom prst="rect">
            <a:avLst/>
          </a:prstGeom>
        </p:spPr>
      </p:pic>
      <p:grpSp>
        <p:nvGrpSpPr>
          <p:cNvPr id="2" name="Group 1">
            <a:extLst>
              <a:ext uri="{FF2B5EF4-FFF2-40B4-BE49-F238E27FC236}">
                <a16:creationId xmlns:a16="http://schemas.microsoft.com/office/drawing/2014/main" id="{CD49D591-F544-5E10-EDD8-D0DE29A591FB}"/>
              </a:ext>
            </a:extLst>
          </p:cNvPr>
          <p:cNvGrpSpPr/>
          <p:nvPr/>
        </p:nvGrpSpPr>
        <p:grpSpPr>
          <a:xfrm>
            <a:off x="5623687" y="9571084"/>
            <a:ext cx="10900313" cy="478674"/>
            <a:chOff x="5647250" y="6623140"/>
            <a:chExt cx="10900313" cy="478674"/>
          </a:xfrm>
        </p:grpSpPr>
        <p:sp>
          <p:nvSpPr>
            <p:cNvPr id="5" name="Title 1">
              <a:extLst>
                <a:ext uri="{FF2B5EF4-FFF2-40B4-BE49-F238E27FC236}">
                  <a16:creationId xmlns:a16="http://schemas.microsoft.com/office/drawing/2014/main" id="{D7C63250-785C-EA08-4541-92391DF07EC2}"/>
                </a:ext>
              </a:extLst>
            </p:cNvPr>
            <p:cNvSpPr txBox="1">
              <a:spLocks/>
            </p:cNvSpPr>
            <p:nvPr/>
          </p:nvSpPr>
          <p:spPr>
            <a:xfrm>
              <a:off x="8016631" y="6751854"/>
              <a:ext cx="6137989" cy="24740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200" dirty="0">
                  <a:solidFill>
                    <a:schemeClr val="bg2">
                      <a:lumMod val="10000"/>
                    </a:schemeClr>
                  </a:solidFill>
                  <a:latin typeface="Montserrat Medium" pitchFamily="2" charset="0"/>
                  <a:cs typeface="Hepta Slab" pitchFamily="2" charset="0"/>
                </a:rPr>
                <a:t>TERRAGNI CONSULTING (P) LTD PRIVATE AND CONFIDENTIAL ©</a:t>
              </a:r>
            </a:p>
          </p:txBody>
        </p:sp>
        <p:pic>
          <p:nvPicPr>
            <p:cNvPr id="6" name="Picture 5">
              <a:extLst>
                <a:ext uri="{FF2B5EF4-FFF2-40B4-BE49-F238E27FC236}">
                  <a16:creationId xmlns:a16="http://schemas.microsoft.com/office/drawing/2014/main" id="{2FB270F3-296F-A3E8-4A90-03073ED3B75F}"/>
                </a:ext>
              </a:extLst>
            </p:cNvPr>
            <p:cNvPicPr>
              <a:picLocks noChangeAspect="1"/>
            </p:cNvPicPr>
            <p:nvPr/>
          </p:nvPicPr>
          <p:blipFill rotWithShape="1">
            <a:blip r:embed="rId4">
              <a:extLst>
                <a:ext uri="{28A0092B-C50C-407E-A947-70E740481C1C}">
                  <a14:useLocalDpi xmlns:a14="http://schemas.microsoft.com/office/drawing/2010/main" val="0"/>
                </a:ext>
              </a:extLst>
            </a:blip>
            <a:srcRect l="18988" t="30266" r="17722" b="31281"/>
            <a:stretch/>
          </p:blipFill>
          <p:spPr>
            <a:xfrm>
              <a:off x="5647250" y="6623140"/>
              <a:ext cx="1595580" cy="478674"/>
            </a:xfrm>
            <a:prstGeom prst="rect">
              <a:avLst/>
            </a:prstGeom>
          </p:spPr>
        </p:pic>
        <p:pic>
          <p:nvPicPr>
            <p:cNvPr id="7" name="Picture 6">
              <a:extLst>
                <a:ext uri="{FF2B5EF4-FFF2-40B4-BE49-F238E27FC236}">
                  <a16:creationId xmlns:a16="http://schemas.microsoft.com/office/drawing/2014/main" id="{A9F63B33-8EE4-27E1-4765-4C7DD9C9F70B}"/>
                </a:ext>
              </a:extLst>
            </p:cNvPr>
            <p:cNvPicPr>
              <a:picLocks noChangeAspect="1"/>
            </p:cNvPicPr>
            <p:nvPr/>
          </p:nvPicPr>
          <p:blipFill rotWithShape="1">
            <a:blip r:embed="rId5">
              <a:extLst>
                <a:ext uri="{28A0092B-C50C-407E-A947-70E740481C1C}">
                  <a14:useLocalDpi xmlns:a14="http://schemas.microsoft.com/office/drawing/2010/main" val="0"/>
                </a:ext>
              </a:extLst>
            </a:blip>
            <a:srcRect l="14797" t="36048" r="14797" b="34013"/>
            <a:stretch/>
          </p:blipFill>
          <p:spPr>
            <a:xfrm>
              <a:off x="14847814" y="6683315"/>
              <a:ext cx="1699749" cy="361704"/>
            </a:xfrm>
            <a:prstGeom prst="rect">
              <a:avLst/>
            </a:prstGeom>
          </p:spPr>
        </p:pic>
      </p:grpSp>
    </p:spTree>
    <p:extLst>
      <p:ext uri="{BB962C8B-B14F-4D97-AF65-F5344CB8AC3E}">
        <p14:creationId xmlns:p14="http://schemas.microsoft.com/office/powerpoint/2010/main" val="1622827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9134475" y="2619375"/>
            <a:ext cx="9525" cy="5048250"/>
          </a:xfrm>
          <a:prstGeom prst="rect">
            <a:avLst/>
          </a:prstGeom>
        </p:spPr>
      </p:pic>
      <p:sp>
        <p:nvSpPr>
          <p:cNvPr id="3" name="Object2"/>
          <p:cNvSpPr/>
          <p:nvPr/>
        </p:nvSpPr>
        <p:spPr>
          <a:xfrm>
            <a:off x="1695449" y="4572000"/>
            <a:ext cx="6021705" cy="1143000"/>
          </a:xfrm>
          <a:prstGeom prst="rect">
            <a:avLst/>
          </a:prstGeom>
          <a:noFill/>
          <a:ln/>
        </p:spPr>
        <p:txBody>
          <a:bodyPr wrap="square" lIns="0" tIns="0" rIns="0" bIns="0" rtlCol="0" anchor="t"/>
          <a:lstStyle/>
          <a:p>
            <a:pPr algn="l">
              <a:lnSpc>
                <a:spcPts val="9000"/>
              </a:lnSpc>
            </a:pPr>
            <a:r>
              <a:rPr lang="en-US" sz="7200" b="1" i="0" dirty="0">
                <a:solidFill>
                  <a:srgbClr val="F5F3E4"/>
                </a:solidFill>
                <a:latin typeface="Hepta Slab Bold" pitchFamily="34" charset="0"/>
                <a:ea typeface="Hepta Slab Bold" pitchFamily="34" charset="-122"/>
                <a:cs typeface="Hepta Slab Bold" pitchFamily="34" charset="-120"/>
              </a:rPr>
              <a:t>Thank You</a:t>
            </a:r>
            <a:endParaRPr lang="en-US" sz="7200" dirty="0"/>
          </a:p>
        </p:txBody>
      </p:sp>
      <p:sp>
        <p:nvSpPr>
          <p:cNvPr id="4" name="Object3"/>
          <p:cNvSpPr/>
          <p:nvPr/>
        </p:nvSpPr>
        <p:spPr>
          <a:xfrm>
            <a:off x="9864000" y="3866287"/>
            <a:ext cx="6819900" cy="2554425"/>
          </a:xfrm>
          <a:prstGeom prst="rect">
            <a:avLst/>
          </a:prstGeom>
          <a:noFill/>
          <a:ln/>
        </p:spPr>
        <p:txBody>
          <a:bodyPr wrap="square" lIns="0" tIns="0" rIns="0" bIns="0" rtlCol="0" anchor="t"/>
          <a:lstStyle/>
          <a:p>
            <a:pPr algn="l">
              <a:lnSpc>
                <a:spcPts val="6000"/>
              </a:lnSpc>
            </a:pPr>
            <a:r>
              <a:rPr lang="en-US" sz="4800" b="0" i="0" dirty="0">
                <a:solidFill>
                  <a:srgbClr val="F5F3E4"/>
                </a:solidFill>
                <a:latin typeface="Hepta Slab Regular" pitchFamily="34" charset="0"/>
                <a:ea typeface="Hepta Slab Regular" pitchFamily="34" charset="-122"/>
                <a:cs typeface="Hepta Slab Regular" pitchFamily="34" charset="-120"/>
              </a:rPr>
              <a:t>dipti@terragni.in
+91 895 698 2522</a:t>
            </a:r>
            <a:endParaRPr lang="en-US" sz="4800" dirty="0"/>
          </a:p>
        </p:txBody>
      </p:sp>
      <p:grpSp>
        <p:nvGrpSpPr>
          <p:cNvPr id="5" name="Group 4">
            <a:extLst>
              <a:ext uri="{FF2B5EF4-FFF2-40B4-BE49-F238E27FC236}">
                <a16:creationId xmlns:a16="http://schemas.microsoft.com/office/drawing/2014/main" id="{BDB93B21-C61B-4782-BCB8-67162AB74915}"/>
              </a:ext>
            </a:extLst>
          </p:cNvPr>
          <p:cNvGrpSpPr/>
          <p:nvPr/>
        </p:nvGrpSpPr>
        <p:grpSpPr>
          <a:xfrm>
            <a:off x="-172482" y="9184073"/>
            <a:ext cx="17880922" cy="1393723"/>
            <a:chOff x="-172482" y="9184073"/>
            <a:chExt cx="17880922" cy="1393723"/>
          </a:xfrm>
        </p:grpSpPr>
        <p:sp>
          <p:nvSpPr>
            <p:cNvPr id="6" name="Title 1">
              <a:extLst>
                <a:ext uri="{FF2B5EF4-FFF2-40B4-BE49-F238E27FC236}">
                  <a16:creationId xmlns:a16="http://schemas.microsoft.com/office/drawing/2014/main" id="{E1E61F5A-9D3A-456E-81A1-A884BEB95D41}"/>
                </a:ext>
              </a:extLst>
            </p:cNvPr>
            <p:cNvSpPr txBox="1">
              <a:spLocks/>
            </p:cNvSpPr>
            <p:nvPr/>
          </p:nvSpPr>
          <p:spPr>
            <a:xfrm>
              <a:off x="5681815" y="9781056"/>
              <a:ext cx="7223133" cy="295207"/>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dirty="0">
                  <a:solidFill>
                    <a:schemeClr val="bg1"/>
                  </a:solidFill>
                  <a:latin typeface="Montserrat Medium" pitchFamily="2" charset="0"/>
                  <a:cs typeface="Hepta Slab" pitchFamily="2" charset="0"/>
                </a:rPr>
                <a:t>TERRAGNI CONSULTING (P) LTD PRIVATE AND CONFIDENTIAL ©</a:t>
              </a:r>
            </a:p>
          </p:txBody>
        </p:sp>
        <p:pic>
          <p:nvPicPr>
            <p:cNvPr id="7" name="Picture 6">
              <a:extLst>
                <a:ext uri="{FF2B5EF4-FFF2-40B4-BE49-F238E27FC236}">
                  <a16:creationId xmlns:a16="http://schemas.microsoft.com/office/drawing/2014/main" id="{FEABC857-D541-41C5-8AA8-881FC10C42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940881" y="9806942"/>
              <a:ext cx="1767559" cy="269321"/>
            </a:xfrm>
            <a:prstGeom prst="rect">
              <a:avLst/>
            </a:prstGeom>
          </p:spPr>
        </p:pic>
        <p:pic>
          <p:nvPicPr>
            <p:cNvPr id="8" name="Picture 7">
              <a:extLst>
                <a:ext uri="{FF2B5EF4-FFF2-40B4-BE49-F238E27FC236}">
                  <a16:creationId xmlns:a16="http://schemas.microsoft.com/office/drawing/2014/main" id="{51A0D35D-74D3-47E0-9C4E-59C0BF32FE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482" y="9184073"/>
              <a:ext cx="2822459" cy="1393723"/>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pic>
        <p:nvPicPr>
          <p:cNvPr id="2" name="Object 1" descr="preencoded.png"/>
          <p:cNvPicPr>
            <a:picLocks noChangeAspect="1"/>
          </p:cNvPicPr>
          <p:nvPr/>
        </p:nvPicPr>
        <p:blipFill>
          <a:blip r:embed="rId3"/>
          <a:srcRect/>
          <a:stretch/>
        </p:blipFill>
        <p:spPr>
          <a:xfrm>
            <a:off x="0" y="0"/>
            <a:ext cx="6096000" cy="4886325"/>
          </a:xfrm>
          <a:prstGeom prst="rect">
            <a:avLst/>
          </a:prstGeom>
        </p:spPr>
      </p:pic>
      <p:pic>
        <p:nvPicPr>
          <p:cNvPr id="3" name="Object 2" descr="preencoded.png"/>
          <p:cNvPicPr>
            <a:picLocks noChangeAspect="1"/>
          </p:cNvPicPr>
          <p:nvPr/>
        </p:nvPicPr>
        <p:blipFill>
          <a:blip r:embed="rId4"/>
          <a:srcRect/>
          <a:stretch/>
        </p:blipFill>
        <p:spPr>
          <a:xfrm>
            <a:off x="6096000" y="0"/>
            <a:ext cx="6096000" cy="4886325"/>
          </a:xfrm>
          <a:prstGeom prst="rect">
            <a:avLst/>
          </a:prstGeom>
        </p:spPr>
      </p:pic>
      <p:pic>
        <p:nvPicPr>
          <p:cNvPr id="4" name="Object 3" descr="preencoded.png"/>
          <p:cNvPicPr>
            <a:picLocks noChangeAspect="1"/>
          </p:cNvPicPr>
          <p:nvPr/>
        </p:nvPicPr>
        <p:blipFill>
          <a:blip r:embed="rId5"/>
          <a:srcRect/>
          <a:stretch/>
        </p:blipFill>
        <p:spPr>
          <a:xfrm>
            <a:off x="12192000" y="0"/>
            <a:ext cx="6096000" cy="4886325"/>
          </a:xfrm>
          <a:prstGeom prst="rect">
            <a:avLst/>
          </a:prstGeom>
        </p:spPr>
      </p:pic>
      <p:sp>
        <p:nvSpPr>
          <p:cNvPr id="5" name="Object4"/>
          <p:cNvSpPr/>
          <p:nvPr/>
        </p:nvSpPr>
        <p:spPr>
          <a:xfrm>
            <a:off x="2562225" y="504825"/>
            <a:ext cx="914400" cy="381000"/>
          </a:xfrm>
          <a:prstGeom prst="rect">
            <a:avLst/>
          </a:prstGeom>
          <a:noFill/>
          <a:ln/>
        </p:spPr>
        <p:txBody>
          <a:bodyPr wrap="square" lIns="0" tIns="0" rIns="0" bIns="0" rtlCol="0" anchor="t"/>
          <a:lstStyle/>
          <a:p>
            <a:pPr algn="l">
              <a:lnSpc>
                <a:spcPts val="3000"/>
              </a:lnSpc>
            </a:pPr>
            <a:r>
              <a:rPr lang="en-US" sz="2400" b="1" i="0" dirty="0">
                <a:solidFill>
                  <a:srgbClr val="F5F3E4"/>
                </a:solidFill>
                <a:latin typeface="Hepta Slab Bold" pitchFamily="34" charset="0"/>
                <a:ea typeface="Hepta Slab Bold" pitchFamily="34" charset="-122"/>
                <a:cs typeface="Hepta Slab Bold" pitchFamily="34" charset="-120"/>
              </a:rPr>
              <a:t>India</a:t>
            </a:r>
            <a:endParaRPr lang="en-US" sz="2400" dirty="0"/>
          </a:p>
        </p:txBody>
      </p:sp>
      <p:sp>
        <p:nvSpPr>
          <p:cNvPr id="6" name="Object5"/>
          <p:cNvSpPr/>
          <p:nvPr/>
        </p:nvSpPr>
        <p:spPr>
          <a:xfrm>
            <a:off x="8458200" y="504825"/>
            <a:ext cx="1333500" cy="381000"/>
          </a:xfrm>
          <a:prstGeom prst="rect">
            <a:avLst/>
          </a:prstGeom>
          <a:noFill/>
          <a:ln/>
        </p:spPr>
        <p:txBody>
          <a:bodyPr wrap="square" lIns="0" tIns="0" rIns="0" bIns="0" rtlCol="0" anchor="t"/>
          <a:lstStyle/>
          <a:p>
            <a:pPr algn="l">
              <a:lnSpc>
                <a:spcPts val="3000"/>
              </a:lnSpc>
            </a:pPr>
            <a:r>
              <a:rPr lang="en-US" sz="2400" b="1" i="0" dirty="0">
                <a:solidFill>
                  <a:srgbClr val="F5F3E4"/>
                </a:solidFill>
                <a:latin typeface="Hepta Slab Bold" pitchFamily="34" charset="0"/>
                <a:ea typeface="Hepta Slab Bold" pitchFamily="34" charset="-122"/>
                <a:cs typeface="Hepta Slab Bold" pitchFamily="34" charset="-120"/>
              </a:rPr>
              <a:t>London</a:t>
            </a:r>
            <a:endParaRPr lang="en-US" sz="2400" dirty="0"/>
          </a:p>
        </p:txBody>
      </p:sp>
      <p:sp>
        <p:nvSpPr>
          <p:cNvPr id="7" name="Object6"/>
          <p:cNvSpPr/>
          <p:nvPr/>
        </p:nvSpPr>
        <p:spPr>
          <a:xfrm>
            <a:off x="14258925" y="504825"/>
            <a:ext cx="1781175" cy="381000"/>
          </a:xfrm>
          <a:prstGeom prst="rect">
            <a:avLst/>
          </a:prstGeom>
          <a:noFill/>
          <a:ln/>
        </p:spPr>
        <p:txBody>
          <a:bodyPr wrap="square" lIns="0" tIns="0" rIns="0" bIns="0" rtlCol="0" anchor="t"/>
          <a:lstStyle/>
          <a:p>
            <a:pPr algn="l">
              <a:lnSpc>
                <a:spcPts val="3000"/>
              </a:lnSpc>
            </a:pPr>
            <a:r>
              <a:rPr lang="en-US" sz="2400" b="1" i="0" dirty="0">
                <a:solidFill>
                  <a:srgbClr val="F5F3E4"/>
                </a:solidFill>
                <a:latin typeface="Hepta Slab Bold" pitchFamily="34" charset="0"/>
                <a:ea typeface="Hepta Slab Bold" pitchFamily="34" charset="-122"/>
                <a:cs typeface="Hepta Slab Bold" pitchFamily="34" charset="-120"/>
              </a:rPr>
              <a:t>Bucharest</a:t>
            </a:r>
            <a:endParaRPr lang="en-US" sz="2400" dirty="0"/>
          </a:p>
        </p:txBody>
      </p:sp>
      <p:sp>
        <p:nvSpPr>
          <p:cNvPr id="8" name="Object7"/>
          <p:cNvSpPr/>
          <p:nvPr/>
        </p:nvSpPr>
        <p:spPr>
          <a:xfrm>
            <a:off x="7075266" y="6920937"/>
            <a:ext cx="4099367" cy="838200"/>
          </a:xfrm>
          <a:prstGeom prst="rect">
            <a:avLst/>
          </a:prstGeom>
          <a:noFill/>
          <a:ln/>
        </p:spPr>
        <p:txBody>
          <a:bodyPr wrap="square" lIns="0" tIns="0" rIns="0" bIns="0" rtlCol="0" anchor="t"/>
          <a:lstStyle/>
          <a:p>
            <a:pPr algn="ctr">
              <a:lnSpc>
                <a:spcPts val="3300"/>
              </a:lnSpc>
            </a:pPr>
            <a:r>
              <a:rPr lang="en-US" sz="2700" b="0" i="0" dirty="0">
                <a:solidFill>
                  <a:srgbClr val="F5F3E4"/>
                </a:solidFill>
                <a:latin typeface="Montserrat ExtraBold" pitchFamily="34" charset="0"/>
                <a:ea typeface="Montserrat ExtraBold" pitchFamily="34" charset="-122"/>
                <a:cs typeface="Montserrat ExtraBold" pitchFamily="34" charset="-120"/>
              </a:rPr>
              <a:t>www.terragni.in
www.buyerbrain.com</a:t>
            </a:r>
            <a:endParaRPr lang="en-US" sz="2700" dirty="0"/>
          </a:p>
        </p:txBody>
      </p:sp>
      <p:grpSp>
        <p:nvGrpSpPr>
          <p:cNvPr id="9" name="Group 8">
            <a:extLst>
              <a:ext uri="{FF2B5EF4-FFF2-40B4-BE49-F238E27FC236}">
                <a16:creationId xmlns:a16="http://schemas.microsoft.com/office/drawing/2014/main" id="{9ED8BA93-BFB9-43A1-A8E5-A2E535C4302E}"/>
              </a:ext>
            </a:extLst>
          </p:cNvPr>
          <p:cNvGrpSpPr/>
          <p:nvPr/>
        </p:nvGrpSpPr>
        <p:grpSpPr>
          <a:xfrm>
            <a:off x="-172482" y="9184073"/>
            <a:ext cx="17880922" cy="1393723"/>
            <a:chOff x="-172482" y="9184073"/>
            <a:chExt cx="17880922" cy="1393723"/>
          </a:xfrm>
        </p:grpSpPr>
        <p:sp>
          <p:nvSpPr>
            <p:cNvPr id="10" name="Title 1">
              <a:extLst>
                <a:ext uri="{FF2B5EF4-FFF2-40B4-BE49-F238E27FC236}">
                  <a16:creationId xmlns:a16="http://schemas.microsoft.com/office/drawing/2014/main" id="{57EFBAB2-8D9B-4D59-BC35-807813541343}"/>
                </a:ext>
              </a:extLst>
            </p:cNvPr>
            <p:cNvSpPr txBox="1">
              <a:spLocks/>
            </p:cNvSpPr>
            <p:nvPr/>
          </p:nvSpPr>
          <p:spPr>
            <a:xfrm>
              <a:off x="5681816" y="9781056"/>
              <a:ext cx="7422184" cy="269321"/>
            </a:xfrm>
            <a:prstGeom prst="rect">
              <a:avLst/>
            </a:prstGeom>
          </p:spPr>
          <p:txBody>
            <a:bodyPr vert="horz" lIns="137160" tIns="68580" rIns="137160" bIns="6858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1600" dirty="0">
                  <a:solidFill>
                    <a:schemeClr val="bg1"/>
                  </a:solidFill>
                  <a:latin typeface="Montserrat Medium" pitchFamily="2" charset="0"/>
                  <a:cs typeface="Hepta Slab" pitchFamily="2" charset="0"/>
                </a:rPr>
                <a:t>TERRAGNI CONSULTING (P) LTD PRIVATE AND CONFIDENTIAL ©</a:t>
              </a:r>
            </a:p>
          </p:txBody>
        </p:sp>
        <p:pic>
          <p:nvPicPr>
            <p:cNvPr id="11" name="Picture 10">
              <a:extLst>
                <a:ext uri="{FF2B5EF4-FFF2-40B4-BE49-F238E27FC236}">
                  <a16:creationId xmlns:a16="http://schemas.microsoft.com/office/drawing/2014/main" id="{85BA4B19-4EC2-41DF-8F6F-83738A9800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40881" y="9806942"/>
              <a:ext cx="1767559" cy="269321"/>
            </a:xfrm>
            <a:prstGeom prst="rect">
              <a:avLst/>
            </a:prstGeom>
          </p:spPr>
        </p:pic>
        <p:pic>
          <p:nvPicPr>
            <p:cNvPr id="12" name="Picture 11">
              <a:extLst>
                <a:ext uri="{FF2B5EF4-FFF2-40B4-BE49-F238E27FC236}">
                  <a16:creationId xmlns:a16="http://schemas.microsoft.com/office/drawing/2014/main" id="{AC9CDB73-5157-4EE7-AFFD-9BEBBDD50E7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2482" y="9184073"/>
              <a:ext cx="2822459" cy="1393723"/>
            </a:xfrm>
            <a:prstGeom prst="rect">
              <a:avLst/>
            </a:prstGeom>
          </p:spPr>
        </p:pic>
      </p:gr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1_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3778</TotalTime>
  <Words>864</Words>
  <Application>Microsoft Office PowerPoint</Application>
  <PresentationFormat>Custom</PresentationFormat>
  <Paragraphs>233</Paragraphs>
  <Slides>14</Slides>
  <Notes>5</Notes>
  <HiddenSlides>0</HiddenSlides>
  <MMClips>0</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14</vt:i4>
      </vt:variant>
    </vt:vector>
  </HeadingPairs>
  <TitlesOfParts>
    <vt:vector size="36" baseType="lpstr">
      <vt:lpstr>Helvetica</vt:lpstr>
      <vt:lpstr>Bodoni* 06</vt:lpstr>
      <vt:lpstr>Hepta Slab</vt:lpstr>
      <vt:lpstr>Montserrat Medium</vt:lpstr>
      <vt:lpstr>Calibri</vt:lpstr>
      <vt:lpstr>Hepta Slab SemiBold</vt:lpstr>
      <vt:lpstr>Hepta Slab Bold</vt:lpstr>
      <vt:lpstr>Arial Nova</vt:lpstr>
      <vt:lpstr>Montserrat SemiBold</vt:lpstr>
      <vt:lpstr>Montserrat</vt:lpstr>
      <vt:lpstr>Noto Emoji</vt:lpstr>
      <vt:lpstr>Montserrat ExtraBold</vt:lpstr>
      <vt:lpstr>Arial</vt:lpstr>
      <vt:lpstr>Hepta Slab ExtraBold</vt:lpstr>
      <vt:lpstr>Montserrat Light</vt:lpstr>
      <vt:lpstr>Calibri Light</vt:lpstr>
      <vt:lpstr>Helvetica Light</vt:lpstr>
      <vt:lpstr>Hepta Slab Regular</vt:lpstr>
      <vt:lpstr>Museo Sans 500</vt:lpstr>
      <vt:lpstr>Office Theme</vt:lpstr>
      <vt:lpstr>White</vt:lpstr>
      <vt:lpstr>1_White</vt:lpstr>
      <vt:lpstr>PowerPoint Presentation</vt:lpstr>
      <vt:lpstr>PowerPoint Presentation</vt:lpstr>
      <vt:lpstr>PowerPoint Presentation</vt:lpstr>
      <vt:lpstr>PowerPoint Presentation</vt:lpstr>
      <vt:lpstr>Inconsistent touchpoints</vt:lpstr>
      <vt:lpstr>PowerPoint Presentation</vt:lpstr>
      <vt:lpstr>Key information not presented upfront</vt:lpstr>
      <vt:lpstr>PowerPoint Presentation</vt:lpstr>
      <vt:lpstr>Readability challenge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Dipti Sapatnekar</dc:creator>
  <cp:lastModifiedBy>TCPL</cp:lastModifiedBy>
  <cp:revision>71</cp:revision>
  <dcterms:created xsi:type="dcterms:W3CDTF">2022-04-12T06:14:32Z</dcterms:created>
  <dcterms:modified xsi:type="dcterms:W3CDTF">2025-08-19T09:04:29Z</dcterms:modified>
</cp:coreProperties>
</file>